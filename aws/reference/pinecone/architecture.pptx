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9" r:id="rId3"/>
    <p:sldId id="383" r:id="rId4"/>
    <p:sldId id="385" r:id="rId5"/>
    <p:sldId id="389" r:id="rId6"/>
    <p:sldId id="390" r:id="rId7"/>
    <p:sldId id="391" r:id="rId8"/>
    <p:sldId id="377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14/03/2024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github.com/pinecone-io/aws-reference-architecture-pulumi?tab=readme-ov-file#introduction" TargetMode="External"/><Relationship Id="rId4" Type="http://schemas.openxmlformats.org/officeDocument/2006/relationships/hyperlink" Target="../pinecone.pptx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inecone.io/docs/multitenancy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aws.amazon.com/marketplace/pp/prodview-bga3ddh5z3yla" TargetMode="External"/><Relationship Id="rId2" Type="http://schemas.openxmlformats.org/officeDocument/2006/relationships/hyperlink" Target="https://www.youtube.com/playlist?list=PLRLVhGQeJDTISsoRLmCGSxFy1SIqWlBsM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pinecone-io/aws-reference-architecture-pulumi" TargetMode="External"/><Relationship Id="rId5" Type="http://schemas.openxmlformats.org/officeDocument/2006/relationships/hyperlink" Target="https://www.pinecone.io/learn/aws-reference-architecture/" TargetMode="External"/><Relationship Id="rId10" Type="http://schemas.openxmlformats.org/officeDocument/2006/relationships/hyperlink" Target="https://www.pinecone.io/learn/" TargetMode="External"/><Relationship Id="rId4" Type="http://schemas.openxmlformats.org/officeDocument/2006/relationships/hyperlink" Target="../IaC.pptx" TargetMode="External"/><Relationship Id="rId9" Type="http://schemas.openxmlformats.org/officeDocument/2006/relationships/hyperlink" Target="https://www.pinecone.io/blog/serverless-architecture/#:~:text=for%20vector%20search.-,Multitenant%20search,-One%20example%20is" TargetMode="Externa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architecture/setup.pptx#-1,5,5. pulumi region" TargetMode="External"/><Relationship Id="rId18" Type="http://schemas.openxmlformats.org/officeDocument/2006/relationships/hyperlink" Target="architecture/setup.pptx#-1,3,3. pulumi aws" TargetMode="External"/><Relationship Id="rId26" Type="http://schemas.openxmlformats.org/officeDocument/2006/relationships/hyperlink" Target="https://youtu.be/ySznARngHts?si=fq-24rYTCVCtEqbR&amp;t=248" TargetMode="External"/><Relationship Id="rId21" Type="http://schemas.openxmlformats.org/officeDocument/2006/relationships/hyperlink" Target="architecture/setup.pptx#-1,4,4. pulumi stack" TargetMode="External"/><Relationship Id="rId34" Type="http://schemas.openxmlformats.org/officeDocument/2006/relationships/hyperlink" Target="https://github.com/pinecone-io/aws-reference-architecture-pulumi?tab=readme-ov-file#prerequisites:~:text=Initialize%20and%20Run%20Pulumi%20Stack" TargetMode="External"/><Relationship Id="rId7" Type="http://schemas.openxmlformats.org/officeDocument/2006/relationships/image" Target="../media/image6.png"/><Relationship Id="rId12" Type="http://schemas.openxmlformats.org/officeDocument/2006/relationships/hyperlink" Target="architecture/prerequisites.pptx#-1,7,4. pulumi" TargetMode="External"/><Relationship Id="rId17" Type="http://schemas.openxmlformats.org/officeDocument/2006/relationships/hyperlink" Target="https://youtu.be/ySznARngHts?si=_VUlRAdgHRG1pjeg&amp;t=417" TargetMode="External"/><Relationship Id="rId25" Type="http://schemas.openxmlformats.org/officeDocument/2006/relationships/hyperlink" Target="architecture/setup.pptx#-1,7,7. pulumi index" TargetMode="External"/><Relationship Id="rId33" Type="http://schemas.openxmlformats.org/officeDocument/2006/relationships/hyperlink" Target="https://youtu.be/X17MJe9OU7k?si=NBzjPIvLuAcm9SLj&amp;t=221" TargetMode="External"/><Relationship Id="rId38" Type="http://schemas.openxmlformats.org/officeDocument/2006/relationships/hyperlink" Target="https://stackoverflow.com/questions/21871479/docker-cant-connect-to-docker-daemon#:~:text=780,Linux" TargetMode="External"/><Relationship Id="rId2" Type="http://schemas.openxmlformats.org/officeDocument/2006/relationships/hyperlink" Target="https://youtu.be/ySznARngHts?si=exLry9QW2avmOLib&amp;t=111" TargetMode="External"/><Relationship Id="rId16" Type="http://schemas.openxmlformats.org/officeDocument/2006/relationships/hyperlink" Target="https://youtu.be/ySznARngHts?si=hkaqV43UnBeWEysZ&amp;t=381" TargetMode="External"/><Relationship Id="rId20" Type="http://schemas.openxmlformats.org/officeDocument/2006/relationships/hyperlink" Target="architecture/prerequisites.pptx#-1,3,2.1 key" TargetMode="External"/><Relationship Id="rId29" Type="http://schemas.openxmlformats.org/officeDocument/2006/relationships/hyperlink" Target="https://youtu.be/X17MJe9OU7k?si=Fribmd9zzkaf8IBT&amp;t=104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hyperlink" Target="architecture/prerequisites.pptx#-1,5,3.1 key" TargetMode="External"/><Relationship Id="rId24" Type="http://schemas.openxmlformats.org/officeDocument/2006/relationships/hyperlink" Target="architecture/setup.pptx#-1,6,6. pulumi pinecone" TargetMode="External"/><Relationship Id="rId32" Type="http://schemas.openxmlformats.org/officeDocument/2006/relationships/hyperlink" Target="https://youtu.be/X17MJe9OU7k?si=Fx1kV1G3hl1q1Ljh&amp;t=218" TargetMode="External"/><Relationship Id="rId37" Type="http://schemas.openxmlformats.org/officeDocument/2006/relationships/hyperlink" Target="https://docs.docker.com/engine/install/ubuntu/#install-from-a-package" TargetMode="External"/><Relationship Id="rId5" Type="http://schemas.openxmlformats.org/officeDocument/2006/relationships/hyperlink" Target="https://github.com/pinecone-io/aws-reference-architecture-pulumi?tab=readme-ov-file#prerequisites" TargetMode="External"/><Relationship Id="rId15" Type="http://schemas.openxmlformats.org/officeDocument/2006/relationships/hyperlink" Target="https://www.youtube.com/playlist?list=PLRLVhGQeJDTISsoRLmCGSxFy1SIqWlBsM" TargetMode="External"/><Relationship Id="rId23" Type="http://schemas.openxmlformats.org/officeDocument/2006/relationships/hyperlink" Target="architecture/prerequisites.pptx#-1,8,4.1 key" TargetMode="External"/><Relationship Id="rId28" Type="http://schemas.openxmlformats.org/officeDocument/2006/relationships/hyperlink" Target="https://youtu.be/X17MJe9OU7k?si=Z-CRTuj3_ng2ACus" TargetMode="External"/><Relationship Id="rId36" Type="http://schemas.openxmlformats.org/officeDocument/2006/relationships/hyperlink" Target="https://docs.aws.amazon.com/cli/latest/userguide/getting-started-install.html" TargetMode="External"/><Relationship Id="rId10" Type="http://schemas.openxmlformats.org/officeDocument/2006/relationships/hyperlink" Target="architecture/prerequisites.pptx#-1,4,3. pinecone" TargetMode="External"/><Relationship Id="rId19" Type="http://schemas.openxmlformats.org/officeDocument/2006/relationships/hyperlink" Target="https://youtu.be/ySznARngHts?si=Vh78MZfxeF1EU57F&amp;t=494" TargetMode="External"/><Relationship Id="rId31" Type="http://schemas.openxmlformats.org/officeDocument/2006/relationships/hyperlink" Target="https://youtu.be/X17MJe9OU7k?si=kKPO06ElgXc39pnD&amp;t=197" TargetMode="External"/><Relationship Id="rId4" Type="http://schemas.openxmlformats.org/officeDocument/2006/relationships/hyperlink" Target="https://youtu.be/ySznARngHts?si=tlaO5K8Wkr52dyxe&amp;t=259" TargetMode="External"/><Relationship Id="rId9" Type="http://schemas.openxmlformats.org/officeDocument/2006/relationships/hyperlink" Target="architecture/prerequisites.pptx#-1,2,2. aws" TargetMode="External"/><Relationship Id="rId14" Type="http://schemas.openxmlformats.org/officeDocument/2006/relationships/hyperlink" Target="https://youtu.be/ySznARngHts?si=5V77sI4Zkemh2kNg&amp;t=327" TargetMode="External"/><Relationship Id="rId22" Type="http://schemas.openxmlformats.org/officeDocument/2006/relationships/hyperlink" Target="architecture/prerequisites.pptx#-1,6,3.1 index" TargetMode="External"/><Relationship Id="rId27" Type="http://schemas.openxmlformats.org/officeDocument/2006/relationships/hyperlink" Target="https://youtu.be/ySznARngHts?si=ASbCNSwizOKX6WiE&amp;t=558" TargetMode="External"/><Relationship Id="rId30" Type="http://schemas.openxmlformats.org/officeDocument/2006/relationships/hyperlink" Target="https://youtu.be/X17MJe9OU7k?si=DAsJbW8el5k_Fzb3&amp;t=160" TargetMode="External"/><Relationship Id="rId35" Type="http://schemas.openxmlformats.org/officeDocument/2006/relationships/hyperlink" Target="https://www.stewright.me/2023/04/install-nodejs-18-on-ubuntu-22-04/" TargetMode="External"/><Relationship Id="rId8" Type="http://schemas.openxmlformats.org/officeDocument/2006/relationships/hyperlink" Target="architecture/setup.pptx#-1,2,2. aws cli" TargetMode="External"/><Relationship Id="rId3" Type="http://schemas.openxmlformats.org/officeDocument/2006/relationships/hyperlink" Target="https://youtu.be/ySznARngHts?si=ImGW186bTdyqvDG9&amp;t=212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pinecone.io/blog/serverless-architecture/" TargetMode="External"/><Relationship Id="rId2" Type="http://schemas.openxmlformats.org/officeDocument/2006/relationships/hyperlink" Target="https://www.youtube.com/watch?v=SfP6bXIix-o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pinecone.io/product/" TargetMode="External"/><Relationship Id="rId5" Type="http://schemas.openxmlformats.org/officeDocument/2006/relationships/hyperlink" Target="https://www.pinecone.io/blog/serverless/" TargetMode="External"/><Relationship Id="rId4" Type="http://schemas.openxmlformats.org/officeDocument/2006/relationships/hyperlink" Target="https://www.youtube.com/watch?v=z-_KHGkljkc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hyperlink" Target="https://aws.amazon.com/marketplace/saas/ordering?productId=738798c3-eeca-494a-a2a9-161bee9450b2&amp;offerId=6u862njomxmps1e82op98w8tu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6.png"/><Relationship Id="rId2" Type="http://schemas.openxmlformats.org/officeDocument/2006/relationships/image" Target="../media/image13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7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5.svg"/><Relationship Id="rId1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8600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architecture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211FC9-03A2-CFD8-377E-3564E2F88877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67A19B12-ADF2-92CB-5AFA-1F5B4F74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9876C4DB-C154-F5B2-EF1C-930A67EDC15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C9B9FB0-14A6-201E-7251-7BC5E19C8B16}"/>
              </a:ext>
            </a:extLst>
          </p:cNvPr>
          <p:cNvGrpSpPr/>
          <p:nvPr/>
        </p:nvGrpSpPr>
        <p:grpSpPr>
          <a:xfrm>
            <a:off x="10525308" y="421276"/>
            <a:ext cx="1257522" cy="283293"/>
            <a:chOff x="5611636" y="5954426"/>
            <a:chExt cx="1257523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B25075D8-7141-331F-A90E-8CA0FBD91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A2453F44-6AA6-BD9E-E42B-A9ADBEAF883B}"/>
                </a:ext>
              </a:extLst>
            </p:cNvPr>
            <p:cNvSpPr/>
            <p:nvPr/>
          </p:nvSpPr>
          <p:spPr>
            <a:xfrm>
              <a:off x="6107411" y="5954426"/>
              <a:ext cx="76174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B5C6039-5466-BDD0-85D9-CD67DE4789E0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5C2585F-BADA-4A05-051C-27E9CDAE637C}"/>
              </a:ext>
            </a:extLst>
          </p:cNvPr>
          <p:cNvGrpSpPr/>
          <p:nvPr/>
        </p:nvGrpSpPr>
        <p:grpSpPr>
          <a:xfrm>
            <a:off x="3688325" y="4669676"/>
            <a:ext cx="2071888" cy="215444"/>
            <a:chOff x="5881666" y="1569745"/>
            <a:chExt cx="2071888" cy="215444"/>
          </a:xfrm>
        </p:grpSpPr>
        <p:sp>
          <p:nvSpPr>
            <p:cNvPr id="48" name="Retângulo 5">
              <a:extLst>
                <a:ext uri="{FF2B5EF4-FFF2-40B4-BE49-F238E27FC236}">
                  <a16:creationId xmlns:a16="http://schemas.microsoft.com/office/drawing/2014/main" id="{42AAE564-429D-B89B-F05E-1455996DD68B}"/>
                </a:ext>
              </a:extLst>
            </p:cNvPr>
            <p:cNvSpPr/>
            <p:nvPr/>
          </p:nvSpPr>
          <p:spPr>
            <a:xfrm>
              <a:off x="5981539" y="1569745"/>
              <a:ext cx="197201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github: aws-reference-architecture-pulumi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0BEF808C-87CC-806E-3F93-F88E5F8EF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pic>
        <p:nvPicPr>
          <p:cNvPr id="1026" name="Picture 2" descr="Pinecone AWS Reference Architecture">
            <a:extLst>
              <a:ext uri="{FF2B5EF4-FFF2-40B4-BE49-F238E27FC236}">
                <a16:creationId xmlns:a16="http://schemas.microsoft.com/office/drawing/2014/main" id="{121FD862-1029-B699-58F7-7FDB9175E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76" y="193040"/>
            <a:ext cx="4837059" cy="43129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5">
            <a:extLst>
              <a:ext uri="{FF2B5EF4-FFF2-40B4-BE49-F238E27FC236}">
                <a16:creationId xmlns:a16="http://schemas.microsoft.com/office/drawing/2014/main" id="{C231CD09-7682-FE68-AD58-B4C34D05EF2F}"/>
              </a:ext>
            </a:extLst>
          </p:cNvPr>
          <p:cNvSpPr/>
          <p:nvPr/>
        </p:nvSpPr>
        <p:spPr>
          <a:xfrm>
            <a:off x="279713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5EA00-6FF0-5EC2-493B-D6B353ED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C106F1-5ABA-B1D6-F948-E723F3E5D3BF}"/>
              </a:ext>
            </a:extLst>
          </p:cNvPr>
          <p:cNvSpPr/>
          <p:nvPr/>
        </p:nvSpPr>
        <p:spPr>
          <a:xfrm>
            <a:off x="10458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5B839-C262-85B7-723A-5D5D3F17D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453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sources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B78BDF-5C5C-201F-2F05-039DE39FE61A}"/>
              </a:ext>
            </a:extLst>
          </p:cNvPr>
          <p:cNvGrpSpPr/>
          <p:nvPr/>
        </p:nvGrpSpPr>
        <p:grpSpPr>
          <a:xfrm>
            <a:off x="264834" y="182429"/>
            <a:ext cx="788052" cy="289586"/>
            <a:chOff x="5881666" y="1590687"/>
            <a:chExt cx="788052" cy="289586"/>
          </a:xfrm>
        </p:grpSpPr>
        <p:sp>
          <p:nvSpPr>
            <p:cNvPr id="13" name="Retângulo 5">
              <a:extLst>
                <a:ext uri="{FF2B5EF4-FFF2-40B4-BE49-F238E27FC236}">
                  <a16:creationId xmlns:a16="http://schemas.microsoft.com/office/drawing/2014/main" id="{E61C288B-3439-8CA2-DA57-895B0B2E4EAA}"/>
                </a:ext>
              </a:extLst>
            </p:cNvPr>
            <p:cNvSpPr/>
            <p:nvPr/>
          </p:nvSpPr>
          <p:spPr>
            <a:xfrm>
              <a:off x="6081095" y="1603274"/>
              <a:ext cx="58862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2"/>
                </a:rPr>
                <a:t>videos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B2CD18D4-8591-DA35-C361-9C6DD1D1A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09AC0C6C-DB96-509B-C2EB-01DB3A49C112}"/>
              </a:ext>
            </a:extLst>
          </p:cNvPr>
          <p:cNvSpPr/>
          <p:nvPr/>
        </p:nvSpPr>
        <p:spPr>
          <a:xfrm>
            <a:off x="779670" y="476295"/>
            <a:ext cx="1042520" cy="442035"/>
          </a:xfrm>
          <a:prstGeom prst="wedgeRectCallout">
            <a:avLst>
              <a:gd name="adj1" fmla="val -45003"/>
              <a:gd name="adj2" fmla="val -6748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uses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4" action="ppaction://hlinkpres?slideindex=1&amp;slidetitle="/>
              </a:rPr>
              <a:t>IaC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uses pulumi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47815E-7357-EBC9-7744-0D38BB2582EE}"/>
              </a:ext>
            </a:extLst>
          </p:cNvPr>
          <p:cNvGrpSpPr/>
          <p:nvPr/>
        </p:nvGrpSpPr>
        <p:grpSpPr>
          <a:xfrm>
            <a:off x="264834" y="972170"/>
            <a:ext cx="3320796" cy="289586"/>
            <a:chOff x="5881666" y="1590687"/>
            <a:chExt cx="3320796" cy="289586"/>
          </a:xfrm>
        </p:grpSpPr>
        <p:sp>
          <p:nvSpPr>
            <p:cNvPr id="40" name="Retângulo 5">
              <a:extLst>
                <a:ext uri="{FF2B5EF4-FFF2-40B4-BE49-F238E27FC236}">
                  <a16:creationId xmlns:a16="http://schemas.microsoft.com/office/drawing/2014/main" id="{41F0D5D3-FD76-9AB3-4121-DFDD6C2030D8}"/>
                </a:ext>
              </a:extLst>
            </p:cNvPr>
            <p:cNvSpPr/>
            <p:nvPr/>
          </p:nvSpPr>
          <p:spPr>
            <a:xfrm>
              <a:off x="6081095" y="1603274"/>
              <a:ext cx="31213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5"/>
                </a:rPr>
                <a:t>pinecone.io/learn/aws-reference-architecture/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1" name="Picture 40" descr="Icon&#10;&#10;Description automatically generated">
              <a:extLst>
                <a:ext uri="{FF2B5EF4-FFF2-40B4-BE49-F238E27FC236}">
                  <a16:creationId xmlns:a16="http://schemas.microsoft.com/office/drawing/2014/main" id="{3289754A-7DEA-C293-01BA-E6B7C6307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6105316-55D1-A2A0-65AB-6A28668F0007}"/>
              </a:ext>
            </a:extLst>
          </p:cNvPr>
          <p:cNvGrpSpPr/>
          <p:nvPr/>
        </p:nvGrpSpPr>
        <p:grpSpPr>
          <a:xfrm>
            <a:off x="264834" y="1290816"/>
            <a:ext cx="4139931" cy="289586"/>
            <a:chOff x="5881666" y="1590687"/>
            <a:chExt cx="4139931" cy="289586"/>
          </a:xfrm>
        </p:grpSpPr>
        <p:sp>
          <p:nvSpPr>
            <p:cNvPr id="43" name="Retângulo 5">
              <a:extLst>
                <a:ext uri="{FF2B5EF4-FFF2-40B4-BE49-F238E27FC236}">
                  <a16:creationId xmlns:a16="http://schemas.microsoft.com/office/drawing/2014/main" id="{38E6AA2B-2F96-2E92-998B-FFA2B1D34DBA}"/>
                </a:ext>
              </a:extLst>
            </p:cNvPr>
            <p:cNvSpPr/>
            <p:nvPr/>
          </p:nvSpPr>
          <p:spPr>
            <a:xfrm>
              <a:off x="6081095" y="1603274"/>
              <a:ext cx="394050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/>
                </a:rPr>
                <a:t>github.com/pinecone-io/aws-reference-architecture-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/>
                </a:rPr>
                <a:t>pulumi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4" name="Picture 43" descr="Icon&#10;&#10;Description automatically generated">
              <a:extLst>
                <a:ext uri="{FF2B5EF4-FFF2-40B4-BE49-F238E27FC236}">
                  <a16:creationId xmlns:a16="http://schemas.microsoft.com/office/drawing/2014/main" id="{166A7486-A54A-E53B-9671-F86775E21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747E79-47D1-ACA9-7FDD-6B8332BEC082}"/>
              </a:ext>
            </a:extLst>
          </p:cNvPr>
          <p:cNvGrpSpPr/>
          <p:nvPr/>
        </p:nvGrpSpPr>
        <p:grpSpPr>
          <a:xfrm>
            <a:off x="264834" y="1609462"/>
            <a:ext cx="2533722" cy="289586"/>
            <a:chOff x="5881666" y="1590687"/>
            <a:chExt cx="2533722" cy="289586"/>
          </a:xfrm>
        </p:grpSpPr>
        <p:sp>
          <p:nvSpPr>
            <p:cNvPr id="46" name="Retângulo 5">
              <a:extLst>
                <a:ext uri="{FF2B5EF4-FFF2-40B4-BE49-F238E27FC236}">
                  <a16:creationId xmlns:a16="http://schemas.microsoft.com/office/drawing/2014/main" id="{850FB910-96A3-34E4-EAE2-C48701B20498}"/>
                </a:ext>
              </a:extLst>
            </p:cNvPr>
            <p:cNvSpPr/>
            <p:nvPr/>
          </p:nvSpPr>
          <p:spPr>
            <a:xfrm>
              <a:off x="6081095" y="1603274"/>
              <a:ext cx="23342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/>
                </a:rPr>
                <a:t>amazon.com/marketplace/pelican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7" name="Picture 46" descr="Icon&#10;&#10;Description automatically generated">
              <a:extLst>
                <a:ext uri="{FF2B5EF4-FFF2-40B4-BE49-F238E27FC236}">
                  <a16:creationId xmlns:a16="http://schemas.microsoft.com/office/drawing/2014/main" id="{F770C682-47BD-5788-490E-E0CDF9CA1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E7E700-A381-B680-61BD-BA3427557412}"/>
              </a:ext>
            </a:extLst>
          </p:cNvPr>
          <p:cNvGrpSpPr/>
          <p:nvPr/>
        </p:nvGrpSpPr>
        <p:grpSpPr>
          <a:xfrm>
            <a:off x="214708" y="4158961"/>
            <a:ext cx="1206436" cy="289586"/>
            <a:chOff x="5881666" y="1590687"/>
            <a:chExt cx="1206436" cy="289586"/>
          </a:xfrm>
        </p:grpSpPr>
        <p:sp>
          <p:nvSpPr>
            <p:cNvPr id="55" name="Retângulo 5">
              <a:extLst>
                <a:ext uri="{FF2B5EF4-FFF2-40B4-BE49-F238E27FC236}">
                  <a16:creationId xmlns:a16="http://schemas.microsoft.com/office/drawing/2014/main" id="{78B76BB7-4359-D2FD-AD21-439B38289A5C}"/>
                </a:ext>
              </a:extLst>
            </p:cNvPr>
            <p:cNvSpPr/>
            <p:nvPr/>
          </p:nvSpPr>
          <p:spPr>
            <a:xfrm>
              <a:off x="6081095" y="1603274"/>
              <a:ext cx="100700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8"/>
                </a:rPr>
                <a:t>multitenancy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6" name="Picture 55" descr="Icon&#10;&#10;Description automatically generated">
              <a:extLst>
                <a:ext uri="{FF2B5EF4-FFF2-40B4-BE49-F238E27FC236}">
                  <a16:creationId xmlns:a16="http://schemas.microsoft.com/office/drawing/2014/main" id="{E03A088D-9E59-6B69-7270-F8E8D0B5A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C696C8-C6B4-AA26-5C63-90B053CD7CD1}"/>
              </a:ext>
            </a:extLst>
          </p:cNvPr>
          <p:cNvGrpSpPr/>
          <p:nvPr/>
        </p:nvGrpSpPr>
        <p:grpSpPr>
          <a:xfrm>
            <a:off x="214708" y="4448547"/>
            <a:ext cx="1906948" cy="289586"/>
            <a:chOff x="5881666" y="1590687"/>
            <a:chExt cx="1906948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561D2429-51FF-DBFF-F0C4-829A89614B61}"/>
                </a:ext>
              </a:extLst>
            </p:cNvPr>
            <p:cNvSpPr/>
            <p:nvPr/>
          </p:nvSpPr>
          <p:spPr>
            <a:xfrm>
              <a:off x="6081095" y="1603274"/>
              <a:ext cx="17075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9"/>
                </a:rPr>
                <a:t>multitenancy: serverless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5CA52F89-9AD5-4527-8E17-69C83DA5A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01B9FD2-AAB8-7FE2-1722-4843C6DF7DD3}"/>
              </a:ext>
            </a:extLst>
          </p:cNvPr>
          <p:cNvGrpSpPr/>
          <p:nvPr/>
        </p:nvGrpSpPr>
        <p:grpSpPr>
          <a:xfrm>
            <a:off x="264834" y="2170836"/>
            <a:ext cx="1392384" cy="289586"/>
            <a:chOff x="5881666" y="1590687"/>
            <a:chExt cx="1392384" cy="289586"/>
          </a:xfrm>
        </p:grpSpPr>
        <p:sp>
          <p:nvSpPr>
            <p:cNvPr id="4" name="Retângulo 5">
              <a:extLst>
                <a:ext uri="{FF2B5EF4-FFF2-40B4-BE49-F238E27FC236}">
                  <a16:creationId xmlns:a16="http://schemas.microsoft.com/office/drawing/2014/main" id="{B86022E0-85B6-8C86-3060-5B1CB47CF1E7}"/>
                </a:ext>
              </a:extLst>
            </p:cNvPr>
            <p:cNvSpPr/>
            <p:nvPr/>
          </p:nvSpPr>
          <p:spPr>
            <a:xfrm>
              <a:off x="6081095" y="1603274"/>
              <a:ext cx="119295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10"/>
                </a:rPr>
                <a:t>learn: start here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2B18B18D-685E-2332-E1B5-BC55BEBD5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64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1F26E-7E93-3654-C6B1-5BB3FA7D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3D4063C-C711-AE9F-C401-9863BC255449}"/>
              </a:ext>
            </a:extLst>
          </p:cNvPr>
          <p:cNvSpPr/>
          <p:nvPr/>
        </p:nvSpPr>
        <p:spPr>
          <a:xfrm>
            <a:off x="902486" y="4049400"/>
            <a:ext cx="251307" cy="2296758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E619FC-40FB-1729-B5A2-051ADD3E32A9}"/>
              </a:ext>
            </a:extLst>
          </p:cNvPr>
          <p:cNvSpPr/>
          <p:nvPr/>
        </p:nvSpPr>
        <p:spPr>
          <a:xfrm>
            <a:off x="475540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F2BC80-6060-5539-13FE-3531EC10B481}"/>
              </a:ext>
            </a:extLst>
          </p:cNvPr>
          <p:cNvSpPr/>
          <p:nvPr/>
        </p:nvSpPr>
        <p:spPr>
          <a:xfrm>
            <a:off x="1570317" y="1150157"/>
            <a:ext cx="251307" cy="2513359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511135E-F8C7-CDA7-B889-5D0EC0A7DE26}"/>
              </a:ext>
            </a:extLst>
          </p:cNvPr>
          <p:cNvSpPr/>
          <p:nvPr/>
        </p:nvSpPr>
        <p:spPr>
          <a:xfrm>
            <a:off x="80065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7FA92-372E-2F21-0D33-E0E961014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5665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steps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9C1D8EEB-BDFF-23F2-054D-77E10928D806}"/>
              </a:ext>
            </a:extLst>
          </p:cNvPr>
          <p:cNvSpPr/>
          <p:nvPr/>
        </p:nvSpPr>
        <p:spPr>
          <a:xfrm>
            <a:off x="4885286" y="1185930"/>
            <a:ext cx="1693340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2"/>
              </a:rPr>
              <a:t>create a new IAM user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BD102EDD-4B67-3C1D-BB98-1A482C4E2B69}"/>
              </a:ext>
            </a:extLst>
          </p:cNvPr>
          <p:cNvSpPr/>
          <p:nvPr/>
        </p:nvSpPr>
        <p:spPr>
          <a:xfrm>
            <a:off x="6799517" y="1165983"/>
            <a:ext cx="1363121" cy="257369"/>
          </a:xfrm>
          <a:prstGeom prst="wedgeRectCallout">
            <a:avLst>
              <a:gd name="adj1" fmla="val -57299"/>
              <a:gd name="adj2" fmla="val -1703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"/>
              </a:rPr>
              <a:t>IAM permissions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1D1938F6-D5A7-534B-FBFF-90CEA22C2678}"/>
              </a:ext>
            </a:extLst>
          </p:cNvPr>
          <p:cNvSpPr/>
          <p:nvPr/>
        </p:nvSpPr>
        <p:spPr>
          <a:xfrm>
            <a:off x="5969958" y="4486829"/>
            <a:ext cx="1220453" cy="257369"/>
          </a:xfrm>
          <a:prstGeom prst="wedgeRectCallout">
            <a:avLst>
              <a:gd name="adj1" fmla="val -55567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4"/>
              </a:rPr>
              <a:t>aws access key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78D9B83A-B98B-299D-4076-806BC078500D}"/>
              </a:ext>
            </a:extLst>
          </p:cNvPr>
          <p:cNvSpPr/>
          <p:nvPr/>
        </p:nvSpPr>
        <p:spPr>
          <a:xfrm>
            <a:off x="5300089" y="852702"/>
            <a:ext cx="733140" cy="257369"/>
          </a:xfrm>
          <a:prstGeom prst="wedgeRectCallout">
            <a:avLst>
              <a:gd name="adj1" fmla="val -33205"/>
              <a:gd name="adj2" fmla="val 71673"/>
            </a:avLst>
          </a:prstGeom>
          <a:solidFill>
            <a:sysClr val="windowText" lastClr="000000"/>
          </a:solidFill>
          <a:ln>
            <a:solidFill>
              <a:schemeClr val="accent2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pulumi</a:t>
            </a:r>
          </a:p>
        </p:txBody>
      </p:sp>
      <p:sp>
        <p:nvSpPr>
          <p:cNvPr id="32" name="Speech Bubble: Rectangle 31">
            <a:extLst>
              <a:ext uri="{FF2B5EF4-FFF2-40B4-BE49-F238E27FC236}">
                <a16:creationId xmlns:a16="http://schemas.microsoft.com/office/drawing/2014/main" id="{6527574F-143A-5E99-D73F-827C766DB0B3}"/>
              </a:ext>
            </a:extLst>
          </p:cNvPr>
          <p:cNvSpPr/>
          <p:nvPr/>
        </p:nvSpPr>
        <p:spPr>
          <a:xfrm>
            <a:off x="6884508" y="852701"/>
            <a:ext cx="1145113" cy="257369"/>
          </a:xfrm>
          <a:prstGeom prst="wedgeRectCallout">
            <a:avLst>
              <a:gd name="adj1" fmla="val -30809"/>
              <a:gd name="adj2" fmla="val 67204"/>
            </a:avLst>
          </a:prstGeom>
          <a:solidFill>
            <a:sysClr val="windowText" lastClr="000000"/>
          </a:solidFill>
          <a:ln>
            <a:solidFill>
              <a:schemeClr val="accent2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administrator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B9E2B6-1442-7339-EBFA-CDE24FA661FA}"/>
              </a:ext>
            </a:extLst>
          </p:cNvPr>
          <p:cNvGrpSpPr/>
          <p:nvPr/>
        </p:nvGrpSpPr>
        <p:grpSpPr>
          <a:xfrm>
            <a:off x="1512399" y="192493"/>
            <a:ext cx="1086390" cy="246221"/>
            <a:chOff x="5881666" y="1585935"/>
            <a:chExt cx="1086390" cy="246221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2E272D6-DF0B-F2A7-AA2D-BAE887F2B02D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1D545B39-B0A4-32F4-3441-05CE6AEC5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8" name="Arrow: Right 5">
            <a:extLst>
              <a:ext uri="{FF2B5EF4-FFF2-40B4-BE49-F238E27FC236}">
                <a16:creationId xmlns:a16="http://schemas.microsoft.com/office/drawing/2014/main" id="{B9BDC56A-2104-796F-0480-90966B785732}"/>
              </a:ext>
            </a:extLst>
          </p:cNvPr>
          <p:cNvSpPr/>
          <p:nvPr/>
        </p:nvSpPr>
        <p:spPr>
          <a:xfrm>
            <a:off x="220982" y="1165983"/>
            <a:ext cx="149252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prerequisites</a:t>
            </a:r>
          </a:p>
        </p:txBody>
      </p:sp>
      <p:sp>
        <p:nvSpPr>
          <p:cNvPr id="19" name="Arrow: Right 5">
            <a:extLst>
              <a:ext uri="{FF2B5EF4-FFF2-40B4-BE49-F238E27FC236}">
                <a16:creationId xmlns:a16="http://schemas.microsoft.com/office/drawing/2014/main" id="{25659DD2-43AE-C804-9DD8-1532F7A29322}"/>
              </a:ext>
            </a:extLst>
          </p:cNvPr>
          <p:cNvSpPr/>
          <p:nvPr/>
        </p:nvSpPr>
        <p:spPr>
          <a:xfrm>
            <a:off x="220982" y="4072304"/>
            <a:ext cx="79201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setup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40427C-072C-3BF7-126E-B1DBC63FC2FF}"/>
              </a:ext>
            </a:extLst>
          </p:cNvPr>
          <p:cNvGrpSpPr/>
          <p:nvPr/>
        </p:nvGrpSpPr>
        <p:grpSpPr>
          <a:xfrm>
            <a:off x="1087613" y="4126874"/>
            <a:ext cx="932795" cy="286297"/>
            <a:chOff x="2738297" y="4386269"/>
            <a:chExt cx="932795" cy="28629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159839D-BB9F-5CFF-0CFB-402B74BFE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34" name="Retângulo 5">
              <a:extLst>
                <a:ext uri="{FF2B5EF4-FFF2-40B4-BE49-F238E27FC236}">
                  <a16:creationId xmlns:a16="http://schemas.microsoft.com/office/drawing/2014/main" id="{94C87FE7-5CAC-08DD-9036-455598CF444C}"/>
                </a:ext>
              </a:extLst>
            </p:cNvPr>
            <p:cNvSpPr/>
            <p:nvPr/>
          </p:nvSpPr>
          <p:spPr>
            <a:xfrm>
              <a:off x="2928581" y="4395567"/>
              <a:ext cx="7425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8" action="ppaction://hlinkpres?slideindex=2&amp;slidetitle=2. aws cli"/>
                </a:rPr>
                <a:t>2. aws cli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7BBE5D-742E-CAF5-B576-DEC74C038E30}"/>
              </a:ext>
            </a:extLst>
          </p:cNvPr>
          <p:cNvGrpSpPr/>
          <p:nvPr/>
        </p:nvGrpSpPr>
        <p:grpSpPr>
          <a:xfrm>
            <a:off x="1773232" y="1185930"/>
            <a:ext cx="764480" cy="286297"/>
            <a:chOff x="2738297" y="4386269"/>
            <a:chExt cx="764480" cy="28629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21AC675-42F3-C396-3D9D-1795B69C1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16" name="Retângulo 5">
              <a:extLst>
                <a:ext uri="{FF2B5EF4-FFF2-40B4-BE49-F238E27FC236}">
                  <a16:creationId xmlns:a16="http://schemas.microsoft.com/office/drawing/2014/main" id="{D83F2933-00A9-3E52-DB68-EA95D7CD18E5}"/>
                </a:ext>
              </a:extLst>
            </p:cNvPr>
            <p:cNvSpPr/>
            <p:nvPr/>
          </p:nvSpPr>
          <p:spPr>
            <a:xfrm>
              <a:off x="2928581" y="4395567"/>
              <a:ext cx="5741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9" action="ppaction://hlinkpres?slideindex=2&amp;slidetitle=2. aws"/>
                </a:rPr>
                <a:t>2. aws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FA5157-E410-2924-EC39-29FE5AEC5D38}"/>
              </a:ext>
            </a:extLst>
          </p:cNvPr>
          <p:cNvGrpSpPr/>
          <p:nvPr/>
        </p:nvGrpSpPr>
        <p:grpSpPr>
          <a:xfrm>
            <a:off x="1773232" y="1881558"/>
            <a:ext cx="1096301" cy="286297"/>
            <a:chOff x="2738297" y="4386269"/>
            <a:chExt cx="1096301" cy="28629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DDA5D24-866A-EFB3-3B83-218C9701E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33" name="Retângulo 5">
              <a:extLst>
                <a:ext uri="{FF2B5EF4-FFF2-40B4-BE49-F238E27FC236}">
                  <a16:creationId xmlns:a16="http://schemas.microsoft.com/office/drawing/2014/main" id="{1F410B29-5AD7-3945-9A03-F84D5CC89F5E}"/>
                </a:ext>
              </a:extLst>
            </p:cNvPr>
            <p:cNvSpPr/>
            <p:nvPr/>
          </p:nvSpPr>
          <p:spPr>
            <a:xfrm>
              <a:off x="2928581" y="4395567"/>
              <a:ext cx="90601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0" action="ppaction://hlinkpres?slideindex=4&amp;slidetitle=3. pinecone"/>
                </a:rPr>
                <a:t>3. 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15A8FE-2B8F-246E-B3C5-FBFAFFBF1283}"/>
              </a:ext>
            </a:extLst>
          </p:cNvPr>
          <p:cNvGrpSpPr/>
          <p:nvPr/>
        </p:nvGrpSpPr>
        <p:grpSpPr>
          <a:xfrm>
            <a:off x="1995377" y="2226904"/>
            <a:ext cx="814173" cy="286297"/>
            <a:chOff x="2738297" y="4386269"/>
            <a:chExt cx="814173" cy="28629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474F25E-8307-9994-8583-711EB5AE1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38" name="Retângulo 5">
              <a:extLst>
                <a:ext uri="{FF2B5EF4-FFF2-40B4-BE49-F238E27FC236}">
                  <a16:creationId xmlns:a16="http://schemas.microsoft.com/office/drawing/2014/main" id="{BF7A0741-071C-A0DC-7815-9DAC361CDA4B}"/>
                </a:ext>
              </a:extLst>
            </p:cNvPr>
            <p:cNvSpPr/>
            <p:nvPr/>
          </p:nvSpPr>
          <p:spPr>
            <a:xfrm>
              <a:off x="2928581" y="4395567"/>
              <a:ext cx="62388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1" action="ppaction://hlinkpres?slideindex=5&amp;slidetitle=3.1 key"/>
                </a:rPr>
                <a:t>3.1 key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2459710-C905-A4F1-F140-90BB371A333C}"/>
              </a:ext>
            </a:extLst>
          </p:cNvPr>
          <p:cNvGrpSpPr/>
          <p:nvPr/>
        </p:nvGrpSpPr>
        <p:grpSpPr>
          <a:xfrm>
            <a:off x="1773232" y="2917596"/>
            <a:ext cx="955237" cy="286297"/>
            <a:chOff x="2738297" y="4386269"/>
            <a:chExt cx="955237" cy="286297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BDAA4A3-28DA-31C0-E82A-9BCEE221E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41" name="Retângulo 5">
              <a:extLst>
                <a:ext uri="{FF2B5EF4-FFF2-40B4-BE49-F238E27FC236}">
                  <a16:creationId xmlns:a16="http://schemas.microsoft.com/office/drawing/2014/main" id="{092EE66A-EDC2-6BF1-B892-166AF664E712}"/>
                </a:ext>
              </a:extLst>
            </p:cNvPr>
            <p:cNvSpPr/>
            <p:nvPr/>
          </p:nvSpPr>
          <p:spPr>
            <a:xfrm>
              <a:off x="2928581" y="4395567"/>
              <a:ext cx="76495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2" action="ppaction://hlinkpres?slideindex=7&amp;slidetitle=4. pulumi"/>
                </a:rPr>
                <a:t>4. pulumi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CCACA80-2DDD-7410-97E5-D086CD1471FC}"/>
              </a:ext>
            </a:extLst>
          </p:cNvPr>
          <p:cNvGrpSpPr/>
          <p:nvPr/>
        </p:nvGrpSpPr>
        <p:grpSpPr>
          <a:xfrm>
            <a:off x="1087613" y="5206739"/>
            <a:ext cx="1420108" cy="286297"/>
            <a:chOff x="2738297" y="4386269"/>
            <a:chExt cx="1420108" cy="28629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3F3F8F4-E06C-2725-317A-F888E01CC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44" name="Retângulo 5">
              <a:extLst>
                <a:ext uri="{FF2B5EF4-FFF2-40B4-BE49-F238E27FC236}">
                  <a16:creationId xmlns:a16="http://schemas.microsoft.com/office/drawing/2014/main" id="{381ED38C-2E2A-2CFA-C6BD-120FF6B27145}"/>
                </a:ext>
              </a:extLst>
            </p:cNvPr>
            <p:cNvSpPr/>
            <p:nvPr/>
          </p:nvSpPr>
          <p:spPr>
            <a:xfrm>
              <a:off x="2928581" y="4395567"/>
              <a:ext cx="1229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3" action="ppaction://hlinkpres?slideindex=5&amp;slidetitle=5. pulumi region"/>
                </a:rPr>
                <a:t>5. pulumi region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D344870B-F888-B51B-BAD5-613E9AB0C978}"/>
              </a:ext>
            </a:extLst>
          </p:cNvPr>
          <p:cNvSpPr/>
          <p:nvPr/>
        </p:nvSpPr>
        <p:spPr>
          <a:xfrm>
            <a:off x="4875343" y="4126874"/>
            <a:ext cx="983209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4"/>
              </a:rPr>
              <a:t>credentials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8D6B59E3-E4EA-9BB4-96BA-17FB02434FC8}"/>
              </a:ext>
            </a:extLst>
          </p:cNvPr>
          <p:cNvSpPr txBox="1">
            <a:spLocks/>
          </p:cNvSpPr>
          <p:nvPr/>
        </p:nvSpPr>
        <p:spPr>
          <a:xfrm>
            <a:off x="188488" y="131641"/>
            <a:ext cx="1218475" cy="286232"/>
          </a:xfrm>
          <a:prstGeom prst="rect">
            <a:avLst/>
          </a:prstGeo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rgbClr val="4472C4">
                <a:lumMod val="60000"/>
                <a:lumOff val="40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github tutorial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C3AEC8F-961D-5A3A-966B-48E790ED06A7}"/>
              </a:ext>
            </a:extLst>
          </p:cNvPr>
          <p:cNvSpPr txBox="1">
            <a:spLocks/>
          </p:cNvSpPr>
          <p:nvPr/>
        </p:nvSpPr>
        <p:spPr>
          <a:xfrm>
            <a:off x="4885286" y="133854"/>
            <a:ext cx="1147943" cy="286232"/>
          </a:xfrm>
          <a:prstGeom prst="rect">
            <a:avLst/>
          </a:prstGeo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rgbClr val="4472C4">
                <a:lumMod val="60000"/>
                <a:lumOff val="40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video tutorial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C7C7F9D-C39A-3C47-72D1-90DCB3C25949}"/>
              </a:ext>
            </a:extLst>
          </p:cNvPr>
          <p:cNvGrpSpPr/>
          <p:nvPr/>
        </p:nvGrpSpPr>
        <p:grpSpPr>
          <a:xfrm>
            <a:off x="6128001" y="148982"/>
            <a:ext cx="703096" cy="252065"/>
            <a:chOff x="5881666" y="1590687"/>
            <a:chExt cx="703096" cy="252065"/>
          </a:xfrm>
        </p:grpSpPr>
        <p:sp>
          <p:nvSpPr>
            <p:cNvPr id="52" name="Retângulo 5">
              <a:extLst>
                <a:ext uri="{FF2B5EF4-FFF2-40B4-BE49-F238E27FC236}">
                  <a16:creationId xmlns:a16="http://schemas.microsoft.com/office/drawing/2014/main" id="{8C0FBEA9-D5F5-8097-D515-B64BDDA397DE}"/>
                </a:ext>
              </a:extLst>
            </p:cNvPr>
            <p:cNvSpPr/>
            <p:nvPr/>
          </p:nvSpPr>
          <p:spPr>
            <a:xfrm>
              <a:off x="6065068" y="1596531"/>
              <a:ext cx="51969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15"/>
                </a:rPr>
                <a:t>videos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3" name="Picture 52" descr="Icon&#10;&#10;Description automatically generated">
              <a:extLst>
                <a:ext uri="{FF2B5EF4-FFF2-40B4-BE49-F238E27FC236}">
                  <a16:creationId xmlns:a16="http://schemas.microsoft.com/office/drawing/2014/main" id="{7B7C0C21-E793-388C-BC53-728200123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54" name="Speech Bubble: Rectangle 53">
            <a:extLst>
              <a:ext uri="{FF2B5EF4-FFF2-40B4-BE49-F238E27FC236}">
                <a16:creationId xmlns:a16="http://schemas.microsoft.com/office/drawing/2014/main" id="{737D4EA2-073A-9C9C-201B-13CE4E6DC04C}"/>
              </a:ext>
            </a:extLst>
          </p:cNvPr>
          <p:cNvSpPr/>
          <p:nvPr/>
        </p:nvSpPr>
        <p:spPr>
          <a:xfrm>
            <a:off x="7273975" y="4486829"/>
            <a:ext cx="540780" cy="257369"/>
          </a:xfrm>
          <a:prstGeom prst="wedgeRectCallout">
            <a:avLst>
              <a:gd name="adj1" fmla="val -57299"/>
              <a:gd name="adj2" fmla="val -1703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6"/>
              </a:rPr>
              <a:t>test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5" name="Speech Bubble: Rectangle 54">
            <a:extLst>
              <a:ext uri="{FF2B5EF4-FFF2-40B4-BE49-F238E27FC236}">
                <a16:creationId xmlns:a16="http://schemas.microsoft.com/office/drawing/2014/main" id="{3F3A5624-C53C-F0A3-5481-E02D4DC23218}"/>
              </a:ext>
            </a:extLst>
          </p:cNvPr>
          <p:cNvSpPr/>
          <p:nvPr/>
        </p:nvSpPr>
        <p:spPr>
          <a:xfrm>
            <a:off x="4885286" y="2917596"/>
            <a:ext cx="733140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7"/>
              </a:rPr>
              <a:t>pulumi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6CF7967-6EBE-2484-6A4B-5862354484DD}"/>
              </a:ext>
            </a:extLst>
          </p:cNvPr>
          <p:cNvGrpSpPr/>
          <p:nvPr/>
        </p:nvGrpSpPr>
        <p:grpSpPr>
          <a:xfrm>
            <a:off x="1087613" y="4486829"/>
            <a:ext cx="1229351" cy="286297"/>
            <a:chOff x="2738297" y="4386269"/>
            <a:chExt cx="1229351" cy="286297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ABFAAAC-1173-221F-3316-B05B3DF96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3" name="Retângulo 5">
              <a:extLst>
                <a:ext uri="{FF2B5EF4-FFF2-40B4-BE49-F238E27FC236}">
                  <a16:creationId xmlns:a16="http://schemas.microsoft.com/office/drawing/2014/main" id="{0D4F578C-B7D9-EE4B-2542-47B53DC8F062}"/>
                </a:ext>
              </a:extLst>
            </p:cNvPr>
            <p:cNvSpPr/>
            <p:nvPr/>
          </p:nvSpPr>
          <p:spPr>
            <a:xfrm>
              <a:off x="2928581" y="4395567"/>
              <a:ext cx="10390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8" action="ppaction://hlinkpres?slideindex=3&amp;slidetitle=3. pulumi aws"/>
                </a:rPr>
                <a:t>3. pulumi aws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4" name="Speech Bubble: Rectangle 63">
            <a:extLst>
              <a:ext uri="{FF2B5EF4-FFF2-40B4-BE49-F238E27FC236}">
                <a16:creationId xmlns:a16="http://schemas.microsoft.com/office/drawing/2014/main" id="{3CF4C4F3-72C0-BABB-1712-9BCF27C5647E}"/>
              </a:ext>
            </a:extLst>
          </p:cNvPr>
          <p:cNvSpPr/>
          <p:nvPr/>
        </p:nvSpPr>
        <p:spPr>
          <a:xfrm>
            <a:off x="4875343" y="4486829"/>
            <a:ext cx="1007254" cy="257369"/>
          </a:xfrm>
          <a:prstGeom prst="wedgeRectCallout">
            <a:avLst>
              <a:gd name="adj1" fmla="val -48891"/>
              <a:gd name="adj2" fmla="val -586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9"/>
              </a:rPr>
              <a:t>pulumi aws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5DD2CB8-49D2-215A-6DFE-060898305EAE}"/>
              </a:ext>
            </a:extLst>
          </p:cNvPr>
          <p:cNvGrpSpPr/>
          <p:nvPr/>
        </p:nvGrpSpPr>
        <p:grpSpPr>
          <a:xfrm>
            <a:off x="1995377" y="1536212"/>
            <a:ext cx="814173" cy="286297"/>
            <a:chOff x="2738297" y="4386269"/>
            <a:chExt cx="814173" cy="286297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5EB9C3C0-890B-9AC4-5BC3-524DA2F2F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8" name="Retângulo 5">
              <a:extLst>
                <a:ext uri="{FF2B5EF4-FFF2-40B4-BE49-F238E27FC236}">
                  <a16:creationId xmlns:a16="http://schemas.microsoft.com/office/drawing/2014/main" id="{13DDB9A5-DD07-D879-6A78-BB2EDB410508}"/>
                </a:ext>
              </a:extLst>
            </p:cNvPr>
            <p:cNvSpPr/>
            <p:nvPr/>
          </p:nvSpPr>
          <p:spPr>
            <a:xfrm>
              <a:off x="2928581" y="4395567"/>
              <a:ext cx="62388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20" action="ppaction://hlinkpres?slideindex=3&amp;slidetitle=2.1 key"/>
                </a:rPr>
                <a:t>2.1 key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2197B99-7D22-C1C8-7021-9212C8B0A693}"/>
              </a:ext>
            </a:extLst>
          </p:cNvPr>
          <p:cNvGrpSpPr/>
          <p:nvPr/>
        </p:nvGrpSpPr>
        <p:grpSpPr>
          <a:xfrm>
            <a:off x="1087613" y="4846784"/>
            <a:ext cx="1306295" cy="286297"/>
            <a:chOff x="2738297" y="4386269"/>
            <a:chExt cx="1306295" cy="286297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7CF6DC81-032C-1F79-BD05-1CB770C43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71" name="Retângulo 5">
              <a:extLst>
                <a:ext uri="{FF2B5EF4-FFF2-40B4-BE49-F238E27FC236}">
                  <a16:creationId xmlns:a16="http://schemas.microsoft.com/office/drawing/2014/main" id="{E7119F29-4A69-CD4F-247B-396EF06387A2}"/>
                </a:ext>
              </a:extLst>
            </p:cNvPr>
            <p:cNvSpPr/>
            <p:nvPr/>
          </p:nvSpPr>
          <p:spPr>
            <a:xfrm>
              <a:off x="2928581" y="4395567"/>
              <a:ext cx="11160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21" action="ppaction://hlinkpres?slideindex=4&amp;slidetitle=4. pulumi stack"/>
                </a:rPr>
                <a:t>4. pulumi stack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1528F6-F9F6-98DD-44D7-BE795EB014EF}"/>
              </a:ext>
            </a:extLst>
          </p:cNvPr>
          <p:cNvGrpSpPr/>
          <p:nvPr/>
        </p:nvGrpSpPr>
        <p:grpSpPr>
          <a:xfrm>
            <a:off x="1995377" y="2572250"/>
            <a:ext cx="937604" cy="286297"/>
            <a:chOff x="2738297" y="4386269"/>
            <a:chExt cx="937604" cy="286297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0F6992F-E9BB-A12D-9D4B-86C94018D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75" name="Retângulo 5">
              <a:extLst>
                <a:ext uri="{FF2B5EF4-FFF2-40B4-BE49-F238E27FC236}">
                  <a16:creationId xmlns:a16="http://schemas.microsoft.com/office/drawing/2014/main" id="{131E3B19-6DB4-73D6-F817-59CA446FE0B8}"/>
                </a:ext>
              </a:extLst>
            </p:cNvPr>
            <p:cNvSpPr/>
            <p:nvPr/>
          </p:nvSpPr>
          <p:spPr>
            <a:xfrm>
              <a:off x="2928581" y="4395567"/>
              <a:ext cx="7473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22" action="ppaction://hlinkpres?slideindex=6&amp;slidetitle=3.1 index"/>
                </a:rPr>
                <a:t>3.2 index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9A4222E-20E5-0400-3CDD-B64A8D52D681}"/>
              </a:ext>
            </a:extLst>
          </p:cNvPr>
          <p:cNvGrpSpPr/>
          <p:nvPr/>
        </p:nvGrpSpPr>
        <p:grpSpPr>
          <a:xfrm>
            <a:off x="1995377" y="3262942"/>
            <a:ext cx="814173" cy="286297"/>
            <a:chOff x="2738297" y="4386269"/>
            <a:chExt cx="814173" cy="286297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E49B8F5-42A2-DFE1-63B3-E089E7A28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78" name="Retângulo 5">
              <a:extLst>
                <a:ext uri="{FF2B5EF4-FFF2-40B4-BE49-F238E27FC236}">
                  <a16:creationId xmlns:a16="http://schemas.microsoft.com/office/drawing/2014/main" id="{F1C81AF2-3A7E-BB7D-212F-37BF3C2E5C90}"/>
                </a:ext>
              </a:extLst>
            </p:cNvPr>
            <p:cNvSpPr/>
            <p:nvPr/>
          </p:nvSpPr>
          <p:spPr>
            <a:xfrm>
              <a:off x="2928581" y="4395567"/>
              <a:ext cx="62388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23" action="ppaction://hlinkpres?slideindex=8&amp;slidetitle=4.1 key"/>
                </a:rPr>
                <a:t>4.1 key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FEB0322-182E-21C7-6214-8B44BA269783}"/>
              </a:ext>
            </a:extLst>
          </p:cNvPr>
          <p:cNvGrpSpPr/>
          <p:nvPr/>
        </p:nvGrpSpPr>
        <p:grpSpPr>
          <a:xfrm>
            <a:off x="1087613" y="5566694"/>
            <a:ext cx="1561172" cy="286297"/>
            <a:chOff x="2738297" y="4386269"/>
            <a:chExt cx="1561172" cy="286297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01D4F2-6B4C-D8A7-62E1-0C7424D28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82" name="Retângulo 5">
              <a:extLst>
                <a:ext uri="{FF2B5EF4-FFF2-40B4-BE49-F238E27FC236}">
                  <a16:creationId xmlns:a16="http://schemas.microsoft.com/office/drawing/2014/main" id="{53D866CF-0645-F0F2-BC2E-6098CD326510}"/>
                </a:ext>
              </a:extLst>
            </p:cNvPr>
            <p:cNvSpPr/>
            <p:nvPr/>
          </p:nvSpPr>
          <p:spPr>
            <a:xfrm>
              <a:off x="2928581" y="4395567"/>
              <a:ext cx="137088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24" action="ppaction://hlinkpres?slideindex=6&amp;slidetitle=6. pulumi pinecone"/>
                </a:rPr>
                <a:t>6. pulumi 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BB38B54-63F1-0AE8-82A1-0CB0E8101AC7}"/>
              </a:ext>
            </a:extLst>
          </p:cNvPr>
          <p:cNvGrpSpPr/>
          <p:nvPr/>
        </p:nvGrpSpPr>
        <p:grpSpPr>
          <a:xfrm>
            <a:off x="1087613" y="5926647"/>
            <a:ext cx="1323928" cy="286297"/>
            <a:chOff x="2738297" y="4386269"/>
            <a:chExt cx="1323928" cy="286297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3D54DA5-8FE6-6823-EA66-6003627CC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85" name="Retângulo 5">
              <a:extLst>
                <a:ext uri="{FF2B5EF4-FFF2-40B4-BE49-F238E27FC236}">
                  <a16:creationId xmlns:a16="http://schemas.microsoft.com/office/drawing/2014/main" id="{98AB0D6B-7267-FE8E-AA95-D26C6211A43C}"/>
                </a:ext>
              </a:extLst>
            </p:cNvPr>
            <p:cNvSpPr/>
            <p:nvPr/>
          </p:nvSpPr>
          <p:spPr>
            <a:xfrm>
              <a:off x="2928581" y="4395567"/>
              <a:ext cx="11336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25" action="ppaction://hlinkpres?slideindex=7&amp;slidetitle=7. pulumi index"/>
                </a:rPr>
                <a:t>7. pulumi index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6" name="Speech Bubble: Rectangle 85">
            <a:extLst>
              <a:ext uri="{FF2B5EF4-FFF2-40B4-BE49-F238E27FC236}">
                <a16:creationId xmlns:a16="http://schemas.microsoft.com/office/drawing/2014/main" id="{EAEAA3BC-044B-3457-50A3-85F7BA378BE8}"/>
              </a:ext>
            </a:extLst>
          </p:cNvPr>
          <p:cNvSpPr/>
          <p:nvPr/>
        </p:nvSpPr>
        <p:spPr>
          <a:xfrm>
            <a:off x="5106177" y="1553163"/>
            <a:ext cx="513529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26"/>
              </a:rPr>
              <a:t>key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7" name="Speech Bubble: Rectangle 86">
            <a:extLst>
              <a:ext uri="{FF2B5EF4-FFF2-40B4-BE49-F238E27FC236}">
                <a16:creationId xmlns:a16="http://schemas.microsoft.com/office/drawing/2014/main" id="{F6485F4C-48F1-EBA3-89A8-C0094E41B1D6}"/>
              </a:ext>
            </a:extLst>
          </p:cNvPr>
          <p:cNvSpPr/>
          <p:nvPr/>
        </p:nvSpPr>
        <p:spPr>
          <a:xfrm>
            <a:off x="4885286" y="1881558"/>
            <a:ext cx="874205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27"/>
              </a:rPr>
              <a:t>pinecone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8" name="Speech Bubble: Rectangle 87">
            <a:extLst>
              <a:ext uri="{FF2B5EF4-FFF2-40B4-BE49-F238E27FC236}">
                <a16:creationId xmlns:a16="http://schemas.microsoft.com/office/drawing/2014/main" id="{D9C89347-C46A-61F8-4BBC-03D96ACED8DA}"/>
              </a:ext>
            </a:extLst>
          </p:cNvPr>
          <p:cNvSpPr/>
          <p:nvPr/>
        </p:nvSpPr>
        <p:spPr>
          <a:xfrm>
            <a:off x="5106177" y="2572250"/>
            <a:ext cx="636960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28"/>
              </a:rPr>
              <a:t>index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9" name="Speech Bubble: Rectangle 88">
            <a:extLst>
              <a:ext uri="{FF2B5EF4-FFF2-40B4-BE49-F238E27FC236}">
                <a16:creationId xmlns:a16="http://schemas.microsoft.com/office/drawing/2014/main" id="{9F7AA174-BA6A-5411-5C2D-BBAE42A71CD7}"/>
              </a:ext>
            </a:extLst>
          </p:cNvPr>
          <p:cNvSpPr/>
          <p:nvPr/>
        </p:nvSpPr>
        <p:spPr>
          <a:xfrm>
            <a:off x="5106177" y="2226904"/>
            <a:ext cx="513529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29"/>
              </a:rPr>
              <a:t>key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0" name="Speech Bubble: Rectangle 89">
            <a:extLst>
              <a:ext uri="{FF2B5EF4-FFF2-40B4-BE49-F238E27FC236}">
                <a16:creationId xmlns:a16="http://schemas.microsoft.com/office/drawing/2014/main" id="{8387226C-4BB8-D1E0-D17B-DB43208BE839}"/>
              </a:ext>
            </a:extLst>
          </p:cNvPr>
          <p:cNvSpPr/>
          <p:nvPr/>
        </p:nvSpPr>
        <p:spPr>
          <a:xfrm>
            <a:off x="4863320" y="4846784"/>
            <a:ext cx="1084198" cy="257369"/>
          </a:xfrm>
          <a:prstGeom prst="wedgeRectCallout">
            <a:avLst>
              <a:gd name="adj1" fmla="val -48891"/>
              <a:gd name="adj2" fmla="val -586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0"/>
              </a:rPr>
              <a:t>pulumi stack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1" name="Speech Bubble: Rectangle 90">
            <a:extLst>
              <a:ext uri="{FF2B5EF4-FFF2-40B4-BE49-F238E27FC236}">
                <a16:creationId xmlns:a16="http://schemas.microsoft.com/office/drawing/2014/main" id="{CE7838ED-EDAA-1787-BA56-3B4978A3B479}"/>
              </a:ext>
            </a:extLst>
          </p:cNvPr>
          <p:cNvSpPr/>
          <p:nvPr/>
        </p:nvSpPr>
        <p:spPr>
          <a:xfrm>
            <a:off x="6033021" y="4846784"/>
            <a:ext cx="646578" cy="257369"/>
          </a:xfrm>
          <a:prstGeom prst="wedgeRectCallout">
            <a:avLst>
              <a:gd name="adj1" fmla="val -56847"/>
              <a:gd name="adj2" fmla="val -17038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1"/>
              </a:rPr>
              <a:t>verify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2" name="Speech Bubble: Rectangle 91">
            <a:extLst>
              <a:ext uri="{FF2B5EF4-FFF2-40B4-BE49-F238E27FC236}">
                <a16:creationId xmlns:a16="http://schemas.microsoft.com/office/drawing/2014/main" id="{C30E81E2-59FF-DFD3-0D5E-6AC92301D40F}"/>
              </a:ext>
            </a:extLst>
          </p:cNvPr>
          <p:cNvSpPr/>
          <p:nvPr/>
        </p:nvSpPr>
        <p:spPr>
          <a:xfrm>
            <a:off x="5947518" y="4126873"/>
            <a:ext cx="1146715" cy="257369"/>
          </a:xfrm>
          <a:prstGeom prst="wedgeRectCallout">
            <a:avLst>
              <a:gd name="adj1" fmla="val -60657"/>
              <a:gd name="adj2" fmla="val -1480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2"/>
              </a:rPr>
              <a:t>config pulumi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3" name="Speech Bubble: Rectangle 92">
            <a:extLst>
              <a:ext uri="{FF2B5EF4-FFF2-40B4-BE49-F238E27FC236}">
                <a16:creationId xmlns:a16="http://schemas.microsoft.com/office/drawing/2014/main" id="{F1753DD9-74D7-887B-ADA7-E92524515E94}"/>
              </a:ext>
            </a:extLst>
          </p:cNvPr>
          <p:cNvSpPr/>
          <p:nvPr/>
        </p:nvSpPr>
        <p:spPr>
          <a:xfrm>
            <a:off x="4850162" y="6445805"/>
            <a:ext cx="928707" cy="257369"/>
          </a:xfrm>
          <a:prstGeom prst="wedgeRectCallout">
            <a:avLst>
              <a:gd name="adj1" fmla="val -48891"/>
              <a:gd name="adj2" fmla="val -586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3"/>
              </a:rPr>
              <a:t>pulumi up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4" name="Speech Bubble: Rectangle 93">
            <a:extLst>
              <a:ext uri="{FF2B5EF4-FFF2-40B4-BE49-F238E27FC236}">
                <a16:creationId xmlns:a16="http://schemas.microsoft.com/office/drawing/2014/main" id="{79B2775C-E26A-C37A-5935-74353E67067A}"/>
              </a:ext>
            </a:extLst>
          </p:cNvPr>
          <p:cNvSpPr/>
          <p:nvPr/>
        </p:nvSpPr>
        <p:spPr>
          <a:xfrm>
            <a:off x="350383" y="3715275"/>
            <a:ext cx="962370" cy="257369"/>
          </a:xfrm>
          <a:prstGeom prst="wedgeRectCallout">
            <a:avLst>
              <a:gd name="adj1" fmla="val -57299"/>
              <a:gd name="adj2" fmla="val -1703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clone repo</a:t>
            </a:r>
          </a:p>
        </p:txBody>
      </p:sp>
      <p:sp>
        <p:nvSpPr>
          <p:cNvPr id="95" name="Speech Bubble: Rectangle 94">
            <a:extLst>
              <a:ext uri="{FF2B5EF4-FFF2-40B4-BE49-F238E27FC236}">
                <a16:creationId xmlns:a16="http://schemas.microsoft.com/office/drawing/2014/main" id="{2E16014F-6E60-5B8D-AFB1-97CF4BB00E3D}"/>
              </a:ext>
            </a:extLst>
          </p:cNvPr>
          <p:cNvSpPr/>
          <p:nvPr/>
        </p:nvSpPr>
        <p:spPr>
          <a:xfrm>
            <a:off x="1431538" y="3710080"/>
            <a:ext cx="1985086" cy="257369"/>
          </a:xfrm>
          <a:prstGeom prst="wedgeRectCallout">
            <a:avLst>
              <a:gd name="adj1" fmla="val -57299"/>
              <a:gd name="adj2" fmla="val -1703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execute setup in this folder</a:t>
            </a:r>
          </a:p>
        </p:txBody>
      </p:sp>
      <p:sp>
        <p:nvSpPr>
          <p:cNvPr id="96" name="Speech Bubble: Rectangle 95">
            <a:extLst>
              <a:ext uri="{FF2B5EF4-FFF2-40B4-BE49-F238E27FC236}">
                <a16:creationId xmlns:a16="http://schemas.microsoft.com/office/drawing/2014/main" id="{7EE8BB78-1523-2F08-32B5-B4AF90BCDCAD}"/>
              </a:ext>
            </a:extLst>
          </p:cNvPr>
          <p:cNvSpPr/>
          <p:nvPr/>
        </p:nvSpPr>
        <p:spPr>
          <a:xfrm>
            <a:off x="5847790" y="6466777"/>
            <a:ext cx="1130685" cy="257369"/>
          </a:xfrm>
          <a:prstGeom prst="wedgeRectCallout">
            <a:avLst>
              <a:gd name="adj1" fmla="val -57299"/>
              <a:gd name="adj2" fmla="val -1703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needs docker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E5B31FE-38E5-7F92-018A-785D3F76E049}"/>
              </a:ext>
            </a:extLst>
          </p:cNvPr>
          <p:cNvGrpSpPr/>
          <p:nvPr/>
        </p:nvGrpSpPr>
        <p:grpSpPr>
          <a:xfrm>
            <a:off x="241290" y="6448456"/>
            <a:ext cx="893853" cy="252065"/>
            <a:chOff x="5881666" y="1590687"/>
            <a:chExt cx="893853" cy="252065"/>
          </a:xfrm>
        </p:grpSpPr>
        <p:sp>
          <p:nvSpPr>
            <p:cNvPr id="98" name="Retângulo 5">
              <a:extLst>
                <a:ext uri="{FF2B5EF4-FFF2-40B4-BE49-F238E27FC236}">
                  <a16:creationId xmlns:a16="http://schemas.microsoft.com/office/drawing/2014/main" id="{65402B28-063F-553B-F904-C3B09DDAA12E}"/>
                </a:ext>
              </a:extLst>
            </p:cNvPr>
            <p:cNvSpPr/>
            <p:nvPr/>
          </p:nvSpPr>
          <p:spPr>
            <a:xfrm>
              <a:off x="6065068" y="1596531"/>
              <a:ext cx="71045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4"/>
                </a:rPr>
                <a:t>pulumi up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9" name="Picture 98" descr="Icon&#10;&#10;Description automatically generated">
              <a:extLst>
                <a:ext uri="{FF2B5EF4-FFF2-40B4-BE49-F238E27FC236}">
                  <a16:creationId xmlns:a16="http://schemas.microsoft.com/office/drawing/2014/main" id="{8611F401-48AF-E840-B0AC-47940387A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9AB46D9-2F8C-3CD7-049C-C5E6B8FAC90B}"/>
              </a:ext>
            </a:extLst>
          </p:cNvPr>
          <p:cNvSpPr/>
          <p:nvPr/>
        </p:nvSpPr>
        <p:spPr>
          <a:xfrm>
            <a:off x="2990084" y="4098201"/>
            <a:ext cx="251307" cy="2296758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Arrow: Right 5">
            <a:extLst>
              <a:ext uri="{FF2B5EF4-FFF2-40B4-BE49-F238E27FC236}">
                <a16:creationId xmlns:a16="http://schemas.microsoft.com/office/drawing/2014/main" id="{160975ED-138C-08F9-7760-0207DCB11CAE}"/>
              </a:ext>
            </a:extLst>
          </p:cNvPr>
          <p:cNvSpPr/>
          <p:nvPr/>
        </p:nvSpPr>
        <p:spPr>
          <a:xfrm>
            <a:off x="2308580" y="4121105"/>
            <a:ext cx="71186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linux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4677DF9-2083-8310-9D8E-4D492C4848E0}"/>
              </a:ext>
            </a:extLst>
          </p:cNvPr>
          <p:cNvGrpSpPr/>
          <p:nvPr/>
        </p:nvGrpSpPr>
        <p:grpSpPr>
          <a:xfrm>
            <a:off x="3205355" y="4151883"/>
            <a:ext cx="873190" cy="246221"/>
            <a:chOff x="5881666" y="1585935"/>
            <a:chExt cx="873190" cy="246221"/>
          </a:xfrm>
        </p:grpSpPr>
        <p:sp>
          <p:nvSpPr>
            <p:cNvPr id="103" name="Retângulo 5">
              <a:extLst>
                <a:ext uri="{FF2B5EF4-FFF2-40B4-BE49-F238E27FC236}">
                  <a16:creationId xmlns:a16="http://schemas.microsoft.com/office/drawing/2014/main" id="{8C3A6A79-5DFD-23AF-2092-43AB2BC16ADD}"/>
                </a:ext>
              </a:extLst>
            </p:cNvPr>
            <p:cNvSpPr/>
            <p:nvPr/>
          </p:nvSpPr>
          <p:spPr>
            <a:xfrm>
              <a:off x="6034787" y="1585935"/>
              <a:ext cx="7200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5"/>
                </a:rPr>
                <a:t>node js 18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04" name="Picture 103" descr="Icon&#10;&#10;Description automatically generated">
              <a:extLst>
                <a:ext uri="{FF2B5EF4-FFF2-40B4-BE49-F238E27FC236}">
                  <a16:creationId xmlns:a16="http://schemas.microsoft.com/office/drawing/2014/main" id="{440E91D1-D1F7-31D7-B559-4AFE797EB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0C6801E-F2BA-B730-F434-2186A8140C35}"/>
              </a:ext>
            </a:extLst>
          </p:cNvPr>
          <p:cNvGrpSpPr/>
          <p:nvPr/>
        </p:nvGrpSpPr>
        <p:grpSpPr>
          <a:xfrm>
            <a:off x="3196599" y="4498959"/>
            <a:ext cx="680830" cy="246221"/>
            <a:chOff x="5881666" y="1585935"/>
            <a:chExt cx="680830" cy="246221"/>
          </a:xfrm>
        </p:grpSpPr>
        <p:sp>
          <p:nvSpPr>
            <p:cNvPr id="106" name="Retângulo 5">
              <a:extLst>
                <a:ext uri="{FF2B5EF4-FFF2-40B4-BE49-F238E27FC236}">
                  <a16:creationId xmlns:a16="http://schemas.microsoft.com/office/drawing/2014/main" id="{A0276A23-CB25-61F0-E849-A153CB654AC3}"/>
                </a:ext>
              </a:extLst>
            </p:cNvPr>
            <p:cNvSpPr/>
            <p:nvPr/>
          </p:nvSpPr>
          <p:spPr>
            <a:xfrm>
              <a:off x="6034787" y="1585935"/>
              <a:ext cx="52770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6"/>
                </a:rPr>
                <a:t>aws cli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07" name="Picture 106" descr="Icon&#10;&#10;Description automatically generated">
              <a:extLst>
                <a:ext uri="{FF2B5EF4-FFF2-40B4-BE49-F238E27FC236}">
                  <a16:creationId xmlns:a16="http://schemas.microsoft.com/office/drawing/2014/main" id="{5B22CFCD-9965-9E11-A76E-BF6F07602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408B33F-184E-F52C-9EDB-F7B8A05F7902}"/>
              </a:ext>
            </a:extLst>
          </p:cNvPr>
          <p:cNvGrpSpPr/>
          <p:nvPr/>
        </p:nvGrpSpPr>
        <p:grpSpPr>
          <a:xfrm>
            <a:off x="3195815" y="4800149"/>
            <a:ext cx="693654" cy="246221"/>
            <a:chOff x="5881666" y="1585935"/>
            <a:chExt cx="693654" cy="246221"/>
          </a:xfrm>
        </p:grpSpPr>
        <p:sp>
          <p:nvSpPr>
            <p:cNvPr id="109" name="Retângulo 5">
              <a:extLst>
                <a:ext uri="{FF2B5EF4-FFF2-40B4-BE49-F238E27FC236}">
                  <a16:creationId xmlns:a16="http://schemas.microsoft.com/office/drawing/2014/main" id="{D5D3429B-9110-C8D4-FBA1-63EABB67D3B5}"/>
                </a:ext>
              </a:extLst>
            </p:cNvPr>
            <p:cNvSpPr/>
            <p:nvPr/>
          </p:nvSpPr>
          <p:spPr>
            <a:xfrm>
              <a:off x="6034787" y="1585935"/>
              <a:ext cx="5405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7"/>
                </a:rPr>
                <a:t>docker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10" name="Picture 109" descr="Icon&#10;&#10;Description automatically generated">
              <a:extLst>
                <a:ext uri="{FF2B5EF4-FFF2-40B4-BE49-F238E27FC236}">
                  <a16:creationId xmlns:a16="http://schemas.microsoft.com/office/drawing/2014/main" id="{4E49307F-D9F3-8AAE-1CE4-8ACA8AE68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CB49DD9-B161-B35E-F2AE-46BEEB085A99}"/>
              </a:ext>
            </a:extLst>
          </p:cNvPr>
          <p:cNvGrpSpPr/>
          <p:nvPr/>
        </p:nvGrpSpPr>
        <p:grpSpPr>
          <a:xfrm>
            <a:off x="3185436" y="5131560"/>
            <a:ext cx="902044" cy="246221"/>
            <a:chOff x="5881666" y="1585935"/>
            <a:chExt cx="902044" cy="246221"/>
          </a:xfrm>
        </p:grpSpPr>
        <p:sp>
          <p:nvSpPr>
            <p:cNvPr id="112" name="Retângulo 5">
              <a:extLst>
                <a:ext uri="{FF2B5EF4-FFF2-40B4-BE49-F238E27FC236}">
                  <a16:creationId xmlns:a16="http://schemas.microsoft.com/office/drawing/2014/main" id="{70580CAA-9EBF-E5F9-32A4-38F8CC3AC8A2}"/>
                </a:ext>
              </a:extLst>
            </p:cNvPr>
            <p:cNvSpPr/>
            <p:nvPr/>
          </p:nvSpPr>
          <p:spPr>
            <a:xfrm>
              <a:off x="6034787" y="1585935"/>
              <a:ext cx="74892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8"/>
                </a:rPr>
                <a:t>docker run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13" name="Picture 112" descr="Icon&#10;&#10;Description automatically generated">
              <a:extLst>
                <a:ext uri="{FF2B5EF4-FFF2-40B4-BE49-F238E27FC236}">
                  <a16:creationId xmlns:a16="http://schemas.microsoft.com/office/drawing/2014/main" id="{0B9F508D-EBB6-3661-595A-7799935A5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78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D1017-AA80-B1CD-6459-69376D8E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8F2B5-6A9E-5DEC-C9BD-E5381C735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56973"/>
            <a:ext cx="9006840" cy="333570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E5066924-F370-5BE4-8D61-C3D1A2DAD91C}"/>
              </a:ext>
            </a:extLst>
          </p:cNvPr>
          <p:cNvSpPr/>
          <p:nvPr/>
        </p:nvSpPr>
        <p:spPr>
          <a:xfrm>
            <a:off x="80065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F5725-5F0D-1ECE-1E30-3BB5EA3EF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2507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error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C287C307-1D0B-0FF8-F93A-27B698998910}"/>
              </a:ext>
            </a:extLst>
          </p:cNvPr>
          <p:cNvSpPr/>
          <p:nvPr/>
        </p:nvSpPr>
        <p:spPr>
          <a:xfrm>
            <a:off x="242070" y="256973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34804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7EBD8-797D-668E-8F1C-C18ED2C5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1E10CD48-56EC-B343-B1F2-F70C99D2DAF0}"/>
              </a:ext>
            </a:extLst>
          </p:cNvPr>
          <p:cNvSpPr/>
          <p:nvPr/>
        </p:nvSpPr>
        <p:spPr>
          <a:xfrm>
            <a:off x="80065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65472-3BE2-B469-CC50-376E6715A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4609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serverless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1A27553F-6B6C-B84E-6EC5-077724C61B9A}"/>
              </a:ext>
            </a:extLst>
          </p:cNvPr>
          <p:cNvSpPr/>
          <p:nvPr/>
        </p:nvSpPr>
        <p:spPr>
          <a:xfrm>
            <a:off x="242070" y="256973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49A4AC-56B4-90CF-9AF7-71694DD69E65}"/>
              </a:ext>
            </a:extLst>
          </p:cNvPr>
          <p:cNvGrpSpPr/>
          <p:nvPr/>
        </p:nvGrpSpPr>
        <p:grpSpPr>
          <a:xfrm>
            <a:off x="214708" y="2891316"/>
            <a:ext cx="2323728" cy="289586"/>
            <a:chOff x="5881666" y="1590687"/>
            <a:chExt cx="2323728" cy="289586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6136486B-AB08-CBBF-144C-BA3E5BF853B6}"/>
                </a:ext>
              </a:extLst>
            </p:cNvPr>
            <p:cNvSpPr/>
            <p:nvPr/>
          </p:nvSpPr>
          <p:spPr>
            <a:xfrm>
              <a:off x="6081095" y="1603274"/>
              <a:ext cx="212429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2"/>
                </a:rPr>
                <a:t>serverless: video detailed what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B22FADEC-6A5E-6D68-93BB-E79037E7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EC8B9E0-ECB7-514C-2B79-88260BBF607F}"/>
              </a:ext>
            </a:extLst>
          </p:cNvPr>
          <p:cNvGrpSpPr/>
          <p:nvPr/>
        </p:nvGrpSpPr>
        <p:grpSpPr>
          <a:xfrm>
            <a:off x="222445" y="4403126"/>
            <a:ext cx="1924581" cy="289586"/>
            <a:chOff x="5881666" y="1590687"/>
            <a:chExt cx="1924581" cy="289586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9B466D82-8284-8AAC-56CF-AE519ECBA210}"/>
                </a:ext>
              </a:extLst>
            </p:cNvPr>
            <p:cNvSpPr/>
            <p:nvPr/>
          </p:nvSpPr>
          <p:spPr>
            <a:xfrm>
              <a:off x="6081095" y="1603274"/>
              <a:ext cx="172515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4"/>
                </a:rPr>
                <a:t>serverless: video tutorial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1A0BAFC8-050F-579B-3819-952EBE7F3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5E386A-720F-CE8C-D105-1EC19E431EC5}"/>
              </a:ext>
            </a:extLst>
          </p:cNvPr>
          <p:cNvGrpSpPr/>
          <p:nvPr/>
        </p:nvGrpSpPr>
        <p:grpSpPr>
          <a:xfrm>
            <a:off x="214708" y="2307931"/>
            <a:ext cx="1682527" cy="289586"/>
            <a:chOff x="5881666" y="1590687"/>
            <a:chExt cx="1682527" cy="289586"/>
          </a:xfrm>
        </p:grpSpPr>
        <p:sp>
          <p:nvSpPr>
            <p:cNvPr id="27" name="Retângulo 5">
              <a:extLst>
                <a:ext uri="{FF2B5EF4-FFF2-40B4-BE49-F238E27FC236}">
                  <a16:creationId xmlns:a16="http://schemas.microsoft.com/office/drawing/2014/main" id="{4BBC9926-2BDD-C010-9DFE-C3E02AEAA2DC}"/>
                </a:ext>
              </a:extLst>
            </p:cNvPr>
            <p:cNvSpPr/>
            <p:nvPr/>
          </p:nvSpPr>
          <p:spPr>
            <a:xfrm>
              <a:off x="6081095" y="1603274"/>
              <a:ext cx="148309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5"/>
                </a:rPr>
                <a:t>serverless: text what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8C763E4C-2AF2-EAB5-3A11-45557218F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61178B-AF23-7D25-BE8B-C3692A126B89}"/>
              </a:ext>
            </a:extLst>
          </p:cNvPr>
          <p:cNvGrpSpPr/>
          <p:nvPr/>
        </p:nvGrpSpPr>
        <p:grpSpPr>
          <a:xfrm>
            <a:off x="961707" y="244386"/>
            <a:ext cx="1576729" cy="289586"/>
            <a:chOff x="5881666" y="1590687"/>
            <a:chExt cx="1576729" cy="289586"/>
          </a:xfrm>
        </p:grpSpPr>
        <p:sp>
          <p:nvSpPr>
            <p:cNvPr id="30" name="Retângulo 5">
              <a:extLst>
                <a:ext uri="{FF2B5EF4-FFF2-40B4-BE49-F238E27FC236}">
                  <a16:creationId xmlns:a16="http://schemas.microsoft.com/office/drawing/2014/main" id="{96F39AE7-E4F8-1F10-11C1-5619A32CA8D2}"/>
                </a:ext>
              </a:extLst>
            </p:cNvPr>
            <p:cNvSpPr/>
            <p:nvPr/>
          </p:nvSpPr>
          <p:spPr>
            <a:xfrm>
              <a:off x="6081095" y="1603274"/>
              <a:ext cx="13773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/>
                </a:rPr>
                <a:t>serverless: product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Picture 30" descr="Icon&#10;&#10;Description automatically generated">
              <a:extLst>
                <a:ext uri="{FF2B5EF4-FFF2-40B4-BE49-F238E27FC236}">
                  <a16:creationId xmlns:a16="http://schemas.microsoft.com/office/drawing/2014/main" id="{571672D7-D627-5D24-0D77-AF927E55D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966013-EA8F-0FCE-6C9D-6502409A66A3}"/>
              </a:ext>
            </a:extLst>
          </p:cNvPr>
          <p:cNvGrpSpPr/>
          <p:nvPr/>
        </p:nvGrpSpPr>
        <p:grpSpPr>
          <a:xfrm>
            <a:off x="222445" y="2583794"/>
            <a:ext cx="1358721" cy="289586"/>
            <a:chOff x="5881666" y="1590687"/>
            <a:chExt cx="1358721" cy="289586"/>
          </a:xfrm>
        </p:grpSpPr>
        <p:sp>
          <p:nvSpPr>
            <p:cNvPr id="33" name="Retângulo 5">
              <a:extLst>
                <a:ext uri="{FF2B5EF4-FFF2-40B4-BE49-F238E27FC236}">
                  <a16:creationId xmlns:a16="http://schemas.microsoft.com/office/drawing/2014/main" id="{A962D897-5D70-0883-04CF-B9726998B859}"/>
                </a:ext>
              </a:extLst>
            </p:cNvPr>
            <p:cNvSpPr/>
            <p:nvPr/>
          </p:nvSpPr>
          <p:spPr>
            <a:xfrm>
              <a:off x="6081095" y="1603274"/>
              <a:ext cx="115929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/>
                </a:rPr>
                <a:t>serverless: tech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4105CD53-B5F7-9BB9-AC75-AC3FD758A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086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F4D32-CF2F-4480-6BD3-03242DC1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B25CB9-06E8-781A-BE29-61364A03D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82" y="940010"/>
            <a:ext cx="3038899" cy="79068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94E85F-F7C0-8E59-0783-2F3B598E7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93" y="240854"/>
            <a:ext cx="3033560" cy="51911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C0A940-EC9C-256F-5517-EEEC9D56C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60" y="1041702"/>
            <a:ext cx="5586673" cy="405441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E1864D01-E2B3-E911-1C0E-04F581B7A7B7}"/>
              </a:ext>
            </a:extLst>
          </p:cNvPr>
          <p:cNvSpPr/>
          <p:nvPr/>
        </p:nvSpPr>
        <p:spPr>
          <a:xfrm>
            <a:off x="80065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4B483-DF17-4D41-DE86-65ABBAF0B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808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4.1 how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8345C25F-C787-6495-03F8-7953EB1A6314}"/>
              </a:ext>
            </a:extLst>
          </p:cNvPr>
          <p:cNvSpPr/>
          <p:nvPr/>
        </p:nvSpPr>
        <p:spPr>
          <a:xfrm>
            <a:off x="242070" y="256973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F874CA-1312-1CEF-7C9A-65CA2AE922B7}"/>
              </a:ext>
            </a:extLst>
          </p:cNvPr>
          <p:cNvGrpSpPr/>
          <p:nvPr/>
        </p:nvGrpSpPr>
        <p:grpSpPr>
          <a:xfrm>
            <a:off x="5004193" y="5233060"/>
            <a:ext cx="1437140" cy="289586"/>
            <a:chOff x="5881666" y="1590687"/>
            <a:chExt cx="1437140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D0172126-E163-3E20-2240-B42920DCD865}"/>
                </a:ext>
              </a:extLst>
            </p:cNvPr>
            <p:cNvSpPr/>
            <p:nvPr/>
          </p:nvSpPr>
          <p:spPr>
            <a:xfrm>
              <a:off x="6081095" y="1603274"/>
              <a:ext cx="12377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aws marketplace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F40615B2-3EE3-27F7-297F-82642B77A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C7A0E2B-5D22-79B9-931C-25C6104EC45B}"/>
              </a:ext>
            </a:extLst>
          </p:cNvPr>
          <p:cNvSpPr/>
          <p:nvPr/>
        </p:nvSpPr>
        <p:spPr>
          <a:xfrm>
            <a:off x="4191542" y="240854"/>
            <a:ext cx="1098625" cy="626701"/>
          </a:xfrm>
          <a:prstGeom prst="wedgeRectCallout">
            <a:avLst>
              <a:gd name="adj1" fmla="val -60078"/>
              <a:gd name="adj2" fmla="val -16268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 pinecone</a:t>
            </a:r>
          </a:p>
          <a:p>
            <a:pPr marL="685792" lvl="1" indent="-228592" defTabSz="914369">
              <a:buFont typeface="+mj-lt"/>
              <a:buAutoNum type="arabicPeriod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click </a:t>
            </a:r>
          </a:p>
          <a:p>
            <a:pPr marL="228592" indent="-228592" defTabSz="914369">
              <a:buFont typeface="+mj-lt"/>
              <a:buAutoNum type="arabicPeriod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sends to aws</a:t>
            </a:r>
          </a:p>
        </p:txBody>
      </p:sp>
      <p:sp>
        <p:nvSpPr>
          <p:cNvPr id="13" name="Arrow: Right 5">
            <a:extLst>
              <a:ext uri="{FF2B5EF4-FFF2-40B4-BE49-F238E27FC236}">
                <a16:creationId xmlns:a16="http://schemas.microsoft.com/office/drawing/2014/main" id="{47810856-5183-6F01-0312-0189F997AA6C}"/>
              </a:ext>
            </a:extLst>
          </p:cNvPr>
          <p:cNvSpPr/>
          <p:nvPr/>
        </p:nvSpPr>
        <p:spPr>
          <a:xfrm>
            <a:off x="6340945" y="1196854"/>
            <a:ext cx="678197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next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430D8F-41F9-3353-FD8E-F23108E140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82" y="1987539"/>
            <a:ext cx="2260876" cy="409754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EE5CF75-7F3B-84F8-4501-F8D6E7788C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579" y="2711051"/>
            <a:ext cx="2395619" cy="281159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31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50" y="190875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784" y="1017051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22781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3160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72338</TotalTime>
  <Words>239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architecture</vt:lpstr>
      <vt:lpstr>1.1 sources</vt:lpstr>
      <vt:lpstr>2. steps</vt:lpstr>
      <vt:lpstr>3. error</vt:lpstr>
      <vt:lpstr>4. serverless</vt:lpstr>
      <vt:lpstr>4.1 how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1178</cp:revision>
  <dcterms:created xsi:type="dcterms:W3CDTF">2019-03-25T09:18:39Z</dcterms:created>
  <dcterms:modified xsi:type="dcterms:W3CDTF">2024-03-14T02:35:02Z</dcterms:modified>
</cp:coreProperties>
</file>