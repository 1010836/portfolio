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9" r:id="rId3"/>
    <p:sldId id="381" r:id="rId4"/>
    <p:sldId id="384" r:id="rId5"/>
    <p:sldId id="379" r:id="rId6"/>
    <p:sldId id="392" r:id="rId7"/>
    <p:sldId id="390" r:id="rId8"/>
    <p:sldId id="386" r:id="rId9"/>
    <p:sldId id="388" r:id="rId10"/>
    <p:sldId id="377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102" autoAdjust="0"/>
    <p:restoredTop sz="86410" autoAdjust="0"/>
  </p:normalViewPr>
  <p:slideViewPr>
    <p:cSldViewPr snapToGrid="0">
      <p:cViewPr varScale="1">
        <p:scale>
          <a:sx n="161" d="100"/>
          <a:sy n="161" d="100"/>
        </p:scale>
        <p:origin x="46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12/03/2024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12/03/2024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12/03/2024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architecture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-east-1.console.aws.amazon.com/iam/home?region=eu-north-1#/users/details/pulumi?section=permission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explorer.exe%20F:\ides\AZ_vStudio201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hyperlink" Target="1010836-access-key-pinecone-achitecture.csv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inecone.io/organizations/-NsgmnffnEK14L59QXuN/projects/gcp-starter:2xf49gm/indexes/1010836-arch/browser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hyperlink" Target="https://www.pinecone.io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hyperlink" Target="https://youtu.be/ySznARngHts?si=3-NmMV5e4j7PWSkA&amp;t=56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app.pinecone.io/organizations/-NsgmnffnEK14L59QXuN/projects/gcp-starter:2xf49gm/key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youtu.be/ySznARngHts?si=Vh78MZfxeF1EU57F&amp;t=494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github.com/pinecone-io/aws-reference-architecture-pulumi?tab=readme-ov-file#prerequisites:~:text=Obtain%20Pinecone%20API%20Ke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IaC/pulumi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../IaC/pulumi.pptx#8. 7. token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19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23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21.svg"/><Relationship Id="rId1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3890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prerequisites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211FC9-03A2-CFD8-377E-3564E2F88877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67A19B12-ADF2-92CB-5AFA-1F5B4F74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9876C4DB-C154-F5B2-EF1C-930A67EDC15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C9B9FB0-14A6-201E-7251-7BC5E19C8B16}"/>
              </a:ext>
            </a:extLst>
          </p:cNvPr>
          <p:cNvGrpSpPr/>
          <p:nvPr/>
        </p:nvGrpSpPr>
        <p:grpSpPr>
          <a:xfrm>
            <a:off x="10525309" y="421276"/>
            <a:ext cx="1443470" cy="283293"/>
            <a:chOff x="5611636" y="5954426"/>
            <a:chExt cx="1443471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B25075D8-7141-331F-A90E-8CA0FBD91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A2453F44-6AA6-BD9E-E42B-A9ADBEAF883B}"/>
                </a:ext>
              </a:extLst>
            </p:cNvPr>
            <p:cNvSpPr/>
            <p:nvPr/>
          </p:nvSpPr>
          <p:spPr>
            <a:xfrm>
              <a:off x="6107411" y="5954426"/>
              <a:ext cx="9476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architecture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B5C6039-5466-BDD0-85D9-CD67DE4789E0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C231CD09-7682-FE68-AD58-B4C34D05EF2F}"/>
              </a:ext>
            </a:extLst>
          </p:cNvPr>
          <p:cNvSpPr/>
          <p:nvPr/>
        </p:nvSpPr>
        <p:spPr>
          <a:xfrm>
            <a:off x="279713" y="255213"/>
            <a:ext cx="583619" cy="184666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C3F31-D3C0-C420-9259-47640442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75A90-1C9D-D546-96B7-BA4DF0A79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0" y="265657"/>
            <a:ext cx="4003699" cy="37287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3A0DA4-75DD-FD41-AE5E-C231D0260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7195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aws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32C95-A2C0-D9C9-D759-29A114879456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A5B059EC-832C-B8E4-6100-D8111DA6F8D9}"/>
              </a:ext>
            </a:extLst>
          </p:cNvPr>
          <p:cNvSpPr/>
          <p:nvPr/>
        </p:nvSpPr>
        <p:spPr>
          <a:xfrm>
            <a:off x="311919" y="26565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C38C88-6BC3-11C7-FFB7-866450BE2B86}"/>
              </a:ext>
            </a:extLst>
          </p:cNvPr>
          <p:cNvGrpSpPr/>
          <p:nvPr/>
        </p:nvGrpSpPr>
        <p:grpSpPr>
          <a:xfrm>
            <a:off x="4215344" y="4109932"/>
            <a:ext cx="961176" cy="289586"/>
            <a:chOff x="5881666" y="1590687"/>
            <a:chExt cx="961176" cy="289586"/>
          </a:xfrm>
        </p:grpSpPr>
        <p:sp>
          <p:nvSpPr>
            <p:cNvPr id="10" name="Retângulo 5">
              <a:extLst>
                <a:ext uri="{FF2B5EF4-FFF2-40B4-BE49-F238E27FC236}">
                  <a16:creationId xmlns:a16="http://schemas.microsoft.com/office/drawing/2014/main" id="{E5167EC1-0FD5-0E9F-E8C9-45FC011D023E}"/>
                </a:ext>
              </a:extLst>
            </p:cNvPr>
            <p:cNvSpPr/>
            <p:nvPr/>
          </p:nvSpPr>
          <p:spPr>
            <a:xfrm>
              <a:off x="6081095" y="1603274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aws user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2145E08A-BFBB-3298-B1E9-5CAF6B76C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2" name="Arrow: Right 5">
            <a:extLst>
              <a:ext uri="{FF2B5EF4-FFF2-40B4-BE49-F238E27FC236}">
                <a16:creationId xmlns:a16="http://schemas.microsoft.com/office/drawing/2014/main" id="{FE18753A-6677-BC94-59AF-F5D203C183AC}"/>
              </a:ext>
            </a:extLst>
          </p:cNvPr>
          <p:cNvSpPr/>
          <p:nvPr/>
        </p:nvSpPr>
        <p:spPr>
          <a:xfrm>
            <a:off x="4874647" y="542656"/>
            <a:ext cx="1163906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password</a:t>
            </a:r>
          </a:p>
        </p:txBody>
      </p:sp>
      <p:sp>
        <p:nvSpPr>
          <p:cNvPr id="14" name="Retângulo 20">
            <a:extLst>
              <a:ext uri="{FF2B5EF4-FFF2-40B4-BE49-F238E27FC236}">
                <a16:creationId xmlns:a16="http://schemas.microsoft.com/office/drawing/2014/main" id="{15AFC7E1-1E09-C2B1-975A-A8DCE04EC5A5}"/>
              </a:ext>
            </a:extLst>
          </p:cNvPr>
          <p:cNvSpPr/>
          <p:nvPr/>
        </p:nvSpPr>
        <p:spPr>
          <a:xfrm>
            <a:off x="1108477" y="542656"/>
            <a:ext cx="567923" cy="25736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F09D09D1-880D-1078-1E70-BD5A2A1D64B3}"/>
              </a:ext>
            </a:extLst>
          </p:cNvPr>
          <p:cNvSpPr/>
          <p:nvPr/>
        </p:nvSpPr>
        <p:spPr>
          <a:xfrm>
            <a:off x="6096000" y="542656"/>
            <a:ext cx="864587" cy="257369"/>
          </a:xfrm>
          <a:prstGeom prst="wedgeRectCallout">
            <a:avLst>
              <a:gd name="adj1" fmla="val -2203"/>
              <a:gd name="adj2" fmla="val 279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Emf012109*</a:t>
            </a:r>
          </a:p>
        </p:txBody>
      </p:sp>
      <p:sp>
        <p:nvSpPr>
          <p:cNvPr id="16" name="Retângulo 20">
            <a:extLst>
              <a:ext uri="{FF2B5EF4-FFF2-40B4-BE49-F238E27FC236}">
                <a16:creationId xmlns:a16="http://schemas.microsoft.com/office/drawing/2014/main" id="{B9B4DB9D-1321-5F99-2780-DFE00350C203}"/>
              </a:ext>
            </a:extLst>
          </p:cNvPr>
          <p:cNvSpPr/>
          <p:nvPr/>
        </p:nvSpPr>
        <p:spPr>
          <a:xfrm>
            <a:off x="1235477" y="3666101"/>
            <a:ext cx="1411203" cy="18453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7F14A-68BE-CCE6-8D45-1D5EF567E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311" y="1249678"/>
            <a:ext cx="3476354" cy="372872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280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60684-67D5-652E-0B9F-99072D47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9C449C-C22D-EEBD-8C5D-0A7FB31C6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23" y="265657"/>
            <a:ext cx="7532528" cy="197970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D5CC5-7642-783B-6DFD-D00645D64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1786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2.1 key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5740F-FCF9-D75E-AE5F-FCF007CD7D7D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39267CEB-9ABD-916E-AD01-80F92019E4E0}"/>
              </a:ext>
            </a:extLst>
          </p:cNvPr>
          <p:cNvSpPr/>
          <p:nvPr/>
        </p:nvSpPr>
        <p:spPr>
          <a:xfrm>
            <a:off x="184012" y="26565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AAF84A92-BA0A-DC1D-EA6C-133DAC88B287}"/>
              </a:ext>
            </a:extLst>
          </p:cNvPr>
          <p:cNvSpPr/>
          <p:nvPr/>
        </p:nvSpPr>
        <p:spPr>
          <a:xfrm>
            <a:off x="3405703" y="2457355"/>
            <a:ext cx="1657561" cy="257369"/>
          </a:xfrm>
          <a:prstGeom prst="wedgeRectCallout">
            <a:avLst>
              <a:gd name="adj1" fmla="val 16718"/>
              <a:gd name="adj2" fmla="val 3519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alibri Light" panose="020F0302020204030204"/>
              </a:rPr>
              <a:t>AKIATCKAOFI6IWKREMQS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1536CE2-037C-16F8-9A20-7068C2C8D1D8}"/>
              </a:ext>
            </a:extLst>
          </p:cNvPr>
          <p:cNvSpPr/>
          <p:nvPr/>
        </p:nvSpPr>
        <p:spPr>
          <a:xfrm>
            <a:off x="5181046" y="2457356"/>
            <a:ext cx="3274605" cy="257369"/>
          </a:xfrm>
          <a:prstGeom prst="wedgeRectCallout">
            <a:avLst>
              <a:gd name="adj1" fmla="val 16718"/>
              <a:gd name="adj2" fmla="val 3519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alibri Light" panose="020F0302020204030204"/>
              </a:rPr>
              <a:t>AO3d7V3+GNyAoPi3EXXKVDwG2fNqZlyZ2by9eIcV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25D4D6-96CD-1A99-4E0E-0C07DF01DD0A}"/>
              </a:ext>
            </a:extLst>
          </p:cNvPr>
          <p:cNvGrpSpPr/>
          <p:nvPr/>
        </p:nvGrpSpPr>
        <p:grpSpPr>
          <a:xfrm>
            <a:off x="5285802" y="2817210"/>
            <a:ext cx="3169849" cy="299662"/>
            <a:chOff x="1643297" y="4045816"/>
            <a:chExt cx="3169849" cy="299662"/>
          </a:xfrm>
        </p:grpSpPr>
        <p:sp>
          <p:nvSpPr>
            <p:cNvPr id="10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0737BFB7-0933-6634-20C6-66A09DD8E0E9}"/>
                </a:ext>
              </a:extLst>
            </p:cNvPr>
            <p:cNvSpPr txBox="1"/>
            <p:nvPr/>
          </p:nvSpPr>
          <p:spPr>
            <a:xfrm>
              <a:off x="1980063" y="4103314"/>
              <a:ext cx="283308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4" action="ppaction://hlinkfile"/>
                </a:rPr>
                <a:t>1010836-access-key-pinecone-achitecture.csv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1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33EBC64D-1F60-6247-E7E4-6AA5CA312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615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03688-45F3-3112-CD74-A77C7667A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247C-0732-B77B-4AA3-F8BB6C105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0454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pinecone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D99A2-6BE9-02F2-0F8D-328BC3675AFF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0B0FFB-EC9A-2AD6-639C-86C191388185}"/>
              </a:ext>
            </a:extLst>
          </p:cNvPr>
          <p:cNvGrpSpPr/>
          <p:nvPr/>
        </p:nvGrpSpPr>
        <p:grpSpPr>
          <a:xfrm>
            <a:off x="2162218" y="2831995"/>
            <a:ext cx="961176" cy="289586"/>
            <a:chOff x="5881666" y="1590687"/>
            <a:chExt cx="961176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C0DF4223-6405-FBF7-5985-6B81AEB0E822}"/>
                </a:ext>
              </a:extLst>
            </p:cNvPr>
            <p:cNvSpPr/>
            <p:nvPr/>
          </p:nvSpPr>
          <p:spPr>
            <a:xfrm>
              <a:off x="6081095" y="1603274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4B4BF1CA-E89E-5FE8-1977-624D5B6D3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C1B7885-F623-E5E5-84C0-139882EDC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683" y="1813560"/>
            <a:ext cx="1848664" cy="331525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A1A17F-D3CD-EEE1-501F-A92E79676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09" y="1813560"/>
            <a:ext cx="2142914" cy="91922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4" name="Retângulo 20">
            <a:extLst>
              <a:ext uri="{FF2B5EF4-FFF2-40B4-BE49-F238E27FC236}">
                <a16:creationId xmlns:a16="http://schemas.microsoft.com/office/drawing/2014/main" id="{F89D3BEC-4CBD-B94E-B46E-8C995FE1D8C8}"/>
              </a:ext>
            </a:extLst>
          </p:cNvPr>
          <p:cNvSpPr/>
          <p:nvPr/>
        </p:nvSpPr>
        <p:spPr>
          <a:xfrm>
            <a:off x="1596018" y="1945435"/>
            <a:ext cx="1268036" cy="46447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tângulo 20">
            <a:extLst>
              <a:ext uri="{FF2B5EF4-FFF2-40B4-BE49-F238E27FC236}">
                <a16:creationId xmlns:a16="http://schemas.microsoft.com/office/drawing/2014/main" id="{A2C69169-3A35-8280-A45E-D4211B12D339}"/>
              </a:ext>
            </a:extLst>
          </p:cNvPr>
          <p:cNvSpPr/>
          <p:nvPr/>
        </p:nvSpPr>
        <p:spPr>
          <a:xfrm>
            <a:off x="3524963" y="4138667"/>
            <a:ext cx="1393178" cy="43134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68BC04-14E0-9DBC-423F-CE7068546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925" y="1813560"/>
            <a:ext cx="2424311" cy="28956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8" name="Retângulo 20">
            <a:extLst>
              <a:ext uri="{FF2B5EF4-FFF2-40B4-BE49-F238E27FC236}">
                <a16:creationId xmlns:a16="http://schemas.microsoft.com/office/drawing/2014/main" id="{364BC62B-87A8-B835-A935-B6B2257307C6}"/>
              </a:ext>
            </a:extLst>
          </p:cNvPr>
          <p:cNvSpPr/>
          <p:nvPr/>
        </p:nvSpPr>
        <p:spPr>
          <a:xfrm>
            <a:off x="5916981" y="3805161"/>
            <a:ext cx="1766446" cy="46888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208ABD-1617-0BED-A4B3-D842E20E14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689" y="5404367"/>
            <a:ext cx="4512236" cy="95565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Arrow: Right 5">
            <a:extLst>
              <a:ext uri="{FF2B5EF4-FFF2-40B4-BE49-F238E27FC236}">
                <a16:creationId xmlns:a16="http://schemas.microsoft.com/office/drawing/2014/main" id="{C9E85DE2-556D-DDB9-1730-7B587A5F98B4}"/>
              </a:ext>
            </a:extLst>
          </p:cNvPr>
          <p:cNvSpPr/>
          <p:nvPr/>
        </p:nvSpPr>
        <p:spPr>
          <a:xfrm>
            <a:off x="223784" y="1818666"/>
            <a:ext cx="67499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how</a:t>
            </a:r>
          </a:p>
        </p:txBody>
      </p:sp>
      <p:sp>
        <p:nvSpPr>
          <p:cNvPr id="16" name="Arrow: Right 5">
            <a:extLst>
              <a:ext uri="{FF2B5EF4-FFF2-40B4-BE49-F238E27FC236}">
                <a16:creationId xmlns:a16="http://schemas.microsoft.com/office/drawing/2014/main" id="{26D615AD-BFF0-9B66-9450-07FA540829E3}"/>
              </a:ext>
            </a:extLst>
          </p:cNvPr>
          <p:cNvSpPr/>
          <p:nvPr/>
        </p:nvSpPr>
        <p:spPr>
          <a:xfrm>
            <a:off x="202541" y="5524064"/>
            <a:ext cx="80323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result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5CFF6A-86FC-07CF-D764-4337CF94234A}"/>
              </a:ext>
            </a:extLst>
          </p:cNvPr>
          <p:cNvGrpSpPr/>
          <p:nvPr/>
        </p:nvGrpSpPr>
        <p:grpSpPr>
          <a:xfrm>
            <a:off x="4221552" y="6427649"/>
            <a:ext cx="1478946" cy="289586"/>
            <a:chOff x="5881666" y="1590687"/>
            <a:chExt cx="1478946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38F27919-1229-B00E-3F23-2034355F98A1}"/>
                </a:ext>
              </a:extLst>
            </p:cNvPr>
            <p:cNvSpPr/>
            <p:nvPr/>
          </p:nvSpPr>
          <p:spPr>
            <a:xfrm>
              <a:off x="6081095" y="1603274"/>
              <a:ext cx="127951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8"/>
                </a:rPr>
                <a:t>pinecone console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C3B15793-DB89-B7A2-8276-25773BCBD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D5C119-FBF9-968D-42DD-017BD6FA3B0D}"/>
              </a:ext>
            </a:extLst>
          </p:cNvPr>
          <p:cNvGrpSpPr/>
          <p:nvPr/>
        </p:nvGrpSpPr>
        <p:grpSpPr>
          <a:xfrm>
            <a:off x="792618" y="1279048"/>
            <a:ext cx="1700161" cy="277000"/>
            <a:chOff x="5881666" y="1590687"/>
            <a:chExt cx="1700161" cy="277000"/>
          </a:xfrm>
        </p:grpSpPr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37CC0517-D5B3-956B-E377-6FDBF379AEC6}"/>
                </a:ext>
              </a:extLst>
            </p:cNvPr>
            <p:cNvSpPr/>
            <p:nvPr/>
          </p:nvSpPr>
          <p:spPr>
            <a:xfrm>
              <a:off x="6081095" y="1603274"/>
              <a:ext cx="150073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9"/>
                </a:rPr>
                <a:t>architecture - pinecone register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Picture 29" descr="Icon&#10;&#10;Description automatically generated">
              <a:extLst>
                <a:ext uri="{FF2B5EF4-FFF2-40B4-BE49-F238E27FC236}">
                  <a16:creationId xmlns:a16="http://schemas.microsoft.com/office/drawing/2014/main" id="{67E290E3-8B3E-14F1-073A-7684A807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8342C43B-D564-F332-D9D1-69CF450454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409" y="223984"/>
            <a:ext cx="1770241" cy="97246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33" name="Arrow: Right 5">
            <a:extLst>
              <a:ext uri="{FF2B5EF4-FFF2-40B4-BE49-F238E27FC236}">
                <a16:creationId xmlns:a16="http://schemas.microsoft.com/office/drawing/2014/main" id="{3D72D5D8-F0C6-3214-4334-E1447443ADF8}"/>
              </a:ext>
            </a:extLst>
          </p:cNvPr>
          <p:cNvSpPr/>
          <p:nvPr/>
        </p:nvSpPr>
        <p:spPr>
          <a:xfrm>
            <a:off x="192919" y="240115"/>
            <a:ext cx="655755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11034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7D1C6-816E-B6AA-8AA3-4A603848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CCC241-A10C-F714-06E9-883E1348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0" y="1537090"/>
            <a:ext cx="5745192" cy="158321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57447-FA8B-B0B0-ABA4-1D21928B5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40" y="323931"/>
            <a:ext cx="4709492" cy="61311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0B35-1F6A-E2D1-0376-22C7A9E4C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3327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key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139110-68EE-54A8-7C9B-C02CD0BA8A3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5652C17-A70A-2861-19C6-C8F71E2D2BC5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786BDBA-006E-5B5B-0141-D50DE793298E}"/>
              </a:ext>
            </a:extLst>
          </p:cNvPr>
          <p:cNvGrpSpPr/>
          <p:nvPr/>
        </p:nvGrpSpPr>
        <p:grpSpPr>
          <a:xfrm>
            <a:off x="946540" y="1120101"/>
            <a:ext cx="1086390" cy="246221"/>
            <a:chOff x="5881666" y="1585935"/>
            <a:chExt cx="1086390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7668E054-8ECC-1A27-0DBA-C01FC4C14F71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E2A77DFB-4770-8F50-0686-0D5409A57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C66EAC-1A78-75BA-84B7-122326F3B4A7}"/>
              </a:ext>
            </a:extLst>
          </p:cNvPr>
          <p:cNvGrpSpPr/>
          <p:nvPr/>
        </p:nvGrpSpPr>
        <p:grpSpPr>
          <a:xfrm>
            <a:off x="2016536" y="1111582"/>
            <a:ext cx="623121" cy="246221"/>
            <a:chOff x="5881666" y="1585935"/>
            <a:chExt cx="623121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E666E3E7-5E4B-2A7E-D1DD-F284BDBFB5EB}"/>
                </a:ext>
              </a:extLst>
            </p:cNvPr>
            <p:cNvSpPr/>
            <p:nvPr/>
          </p:nvSpPr>
          <p:spPr>
            <a:xfrm>
              <a:off x="6034787" y="1585935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34CEA578-97FF-B18F-0770-5E20A76BC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9364DA-DE9E-DEEE-8F06-C363558FE381}"/>
              </a:ext>
            </a:extLst>
          </p:cNvPr>
          <p:cNvGrpSpPr/>
          <p:nvPr/>
        </p:nvGrpSpPr>
        <p:grpSpPr>
          <a:xfrm>
            <a:off x="930146" y="3302576"/>
            <a:ext cx="1027078" cy="246221"/>
            <a:chOff x="5881666" y="1585935"/>
            <a:chExt cx="1027078" cy="246221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F18C881C-2D9F-9380-A591-E638DE927CFD}"/>
                </a:ext>
              </a:extLst>
            </p:cNvPr>
            <p:cNvSpPr/>
            <p:nvPr/>
          </p:nvSpPr>
          <p:spPr>
            <a:xfrm>
              <a:off x="6034787" y="1585935"/>
              <a:ext cx="87395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/>
                </a:rPr>
                <a:t>pinecone key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7ED02082-6B57-E245-FF57-16BBC4F13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D1B684E9-8CA5-E8D2-D196-F91E89DDF9E0}"/>
              </a:ext>
            </a:extLst>
          </p:cNvPr>
          <p:cNvSpPr/>
          <p:nvPr/>
        </p:nvSpPr>
        <p:spPr>
          <a:xfrm>
            <a:off x="3560499" y="3325058"/>
            <a:ext cx="3131233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2d2ef014-acb6-4b1e-ac3b-6579f3e69318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23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04319-FACA-0C48-CD1C-B7019DA9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C50518-927A-5C1F-0057-9FF036C6B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92" y="256973"/>
            <a:ext cx="5555215" cy="510971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53BB2C01-77B2-03EF-326F-1C646DA36886}"/>
              </a:ext>
            </a:extLst>
          </p:cNvPr>
          <p:cNvSpPr/>
          <p:nvPr/>
        </p:nvSpPr>
        <p:spPr>
          <a:xfrm>
            <a:off x="80065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35910-0F0A-FADB-161D-6F05AB71E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3.2 index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C6282C34-B8E6-4A59-9CF7-7F6F473AC192}"/>
              </a:ext>
            </a:extLst>
          </p:cNvPr>
          <p:cNvSpPr/>
          <p:nvPr/>
        </p:nvSpPr>
        <p:spPr>
          <a:xfrm>
            <a:off x="242070" y="256973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B8EF2-8FDF-EE63-31C8-8700C5744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488" y="3577086"/>
            <a:ext cx="5901581" cy="237305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8884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96403-5C73-C6A6-3759-08ECEB31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E905-2C9B-AFD7-125F-283387FC7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495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pulumi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1AEA8C-3F2B-22D7-3980-EA47E9934094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4A95AF-3AB4-8674-6E5F-54EF4E440861}"/>
              </a:ext>
            </a:extLst>
          </p:cNvPr>
          <p:cNvGrpSpPr/>
          <p:nvPr/>
        </p:nvGrpSpPr>
        <p:grpSpPr>
          <a:xfrm>
            <a:off x="117308" y="213003"/>
            <a:ext cx="1114854" cy="283293"/>
            <a:chOff x="5611636" y="5954426"/>
            <a:chExt cx="1114855" cy="283293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3CDD9C49-B94E-E84C-041A-798F4F743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F5A6C0F-E067-3EF9-1187-83BF791C75A3}"/>
                </a:ext>
              </a:extLst>
            </p:cNvPr>
            <p:cNvSpPr/>
            <p:nvPr/>
          </p:nvSpPr>
          <p:spPr>
            <a:xfrm>
              <a:off x="6107411" y="5954426"/>
              <a:ext cx="6190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pulumi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BC25CB2-EBBA-1CB8-AC95-0E1253557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83" y="744801"/>
            <a:ext cx="1535757" cy="269944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153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B6758-2EFD-CDE7-7A1B-7E94DC92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2FEC9429-D119-C6FE-8CEE-538677DC3424}"/>
              </a:ext>
            </a:extLst>
          </p:cNvPr>
          <p:cNvSpPr/>
          <p:nvPr/>
        </p:nvSpPr>
        <p:spPr>
          <a:xfrm>
            <a:off x="80065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72320-1D5F-7BEB-63C5-4BA10D2AF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1786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4.1 key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313FCE1A-34C3-FAEC-3124-63F705F2C27C}"/>
              </a:ext>
            </a:extLst>
          </p:cNvPr>
          <p:cNvSpPr/>
          <p:nvPr/>
        </p:nvSpPr>
        <p:spPr>
          <a:xfrm>
            <a:off x="242070" y="256973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7B88CD34-99DF-00A1-F1A2-6EB2F7977AD1}"/>
              </a:ext>
            </a:extLst>
          </p:cNvPr>
          <p:cNvSpPr/>
          <p:nvPr/>
        </p:nvSpPr>
        <p:spPr>
          <a:xfrm>
            <a:off x="981181" y="266787"/>
            <a:ext cx="3254664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pul-6d46f5b9c695afdbffa2a34a05ac0f31521aadf1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3D9C3-FE7F-8CC3-A23D-646873A3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0" y="832741"/>
            <a:ext cx="7494140" cy="208843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277F3A6-3D14-C4EC-2EF6-47AEA3F8B415}"/>
              </a:ext>
            </a:extLst>
          </p:cNvPr>
          <p:cNvGrpSpPr/>
          <p:nvPr/>
        </p:nvGrpSpPr>
        <p:grpSpPr>
          <a:xfrm>
            <a:off x="904684" y="3287352"/>
            <a:ext cx="1114854" cy="283293"/>
            <a:chOff x="5611636" y="5954426"/>
            <a:chExt cx="1114855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B483B4F4-D82C-2E2D-55F3-19DE069F7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B437FB89-4CE2-3F98-E258-68BB3C7D1B9C}"/>
                </a:ext>
              </a:extLst>
            </p:cNvPr>
            <p:cNvSpPr/>
            <p:nvPr/>
          </p:nvSpPr>
          <p:spPr>
            <a:xfrm>
              <a:off x="6107411" y="5954426"/>
              <a:ext cx="6190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8&amp;slidetitle=7. token"/>
                </a:rPr>
                <a:t>pulumi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F3CB7B1-593C-F724-C33C-1E9C715B0CC6}"/>
              </a:ext>
            </a:extLst>
          </p:cNvPr>
          <p:cNvSpPr txBox="1">
            <a:spLocks/>
          </p:cNvSpPr>
          <p:nvPr/>
        </p:nvSpPr>
        <p:spPr>
          <a:xfrm>
            <a:off x="2017386" y="3309172"/>
            <a:ext cx="682879" cy="258532"/>
          </a:xfrm>
          <a:prstGeom prst="rect">
            <a:avLst/>
          </a:prstGeo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rgbClr val="4472C4">
                <a:lumMod val="60000"/>
                <a:lumOff val="40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pt-PT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defRPr>
            </a:lvl1pPr>
          </a:lstStyle>
          <a:p>
            <a:r>
              <a:rPr lang="en-US" sz="1200" dirty="0">
                <a:sym typeface="Wingdings" panose="05000000000000000000" pitchFamily="2" charset="2"/>
              </a:rPr>
              <a:t>7. token</a:t>
            </a:r>
            <a:endParaRPr lang="en-US" sz="1200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F145F05D-52C7-94EA-18E8-00722E19FC28}"/>
              </a:ext>
            </a:extLst>
          </p:cNvPr>
          <p:cNvSpPr/>
          <p:nvPr/>
        </p:nvSpPr>
        <p:spPr>
          <a:xfrm>
            <a:off x="2876348" y="3274060"/>
            <a:ext cx="1416020" cy="811367"/>
          </a:xfrm>
          <a:prstGeom prst="wedgeRectCallout">
            <a:avLst>
              <a:gd name="adj1" fmla="val -55802"/>
              <a:gd name="adj2" fmla="val -2147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 created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a new key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for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linux</a:t>
            </a: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6ACE2AC9-2C57-A937-8972-33B0F99FBDBF}"/>
              </a:ext>
            </a:extLst>
          </p:cNvPr>
          <p:cNvSpPr/>
          <p:nvPr/>
        </p:nvSpPr>
        <p:spPr>
          <a:xfrm>
            <a:off x="242070" y="3323934"/>
            <a:ext cx="71186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301853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50" y="190875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784" y="1017051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22781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3160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71176</TotalTime>
  <Words>123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prerequisites</vt:lpstr>
      <vt:lpstr>2. aws</vt:lpstr>
      <vt:lpstr>2.1 key</vt:lpstr>
      <vt:lpstr>3. pinecone</vt:lpstr>
      <vt:lpstr>3.1 key</vt:lpstr>
      <vt:lpstr>3.2 index</vt:lpstr>
      <vt:lpstr>4. pulumi</vt:lpstr>
      <vt:lpstr>4.1 key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1180</cp:revision>
  <dcterms:created xsi:type="dcterms:W3CDTF">2019-03-25T09:18:39Z</dcterms:created>
  <dcterms:modified xsi:type="dcterms:W3CDTF">2024-03-12T14:58:13Z</dcterms:modified>
</cp:coreProperties>
</file>