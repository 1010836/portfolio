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9"/>
  </p:notesMasterIdLst>
  <p:sldIdLst>
    <p:sldId id="259" r:id="rId3"/>
    <p:sldId id="381" r:id="rId4"/>
    <p:sldId id="384" r:id="rId5"/>
    <p:sldId id="391" r:id="rId6"/>
    <p:sldId id="392" r:id="rId7"/>
    <p:sldId id="385" r:id="rId8"/>
    <p:sldId id="386" r:id="rId9"/>
    <p:sldId id="387" r:id="rId10"/>
    <p:sldId id="388" r:id="rId11"/>
    <p:sldId id="389" r:id="rId12"/>
    <p:sldId id="390" r:id="rId13"/>
    <p:sldId id="393" r:id="rId14"/>
    <p:sldId id="394" r:id="rId15"/>
    <p:sldId id="395" r:id="rId16"/>
    <p:sldId id="396" r:id="rId17"/>
    <p:sldId id="377" r:id="rId1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 horzBarState="maximized">
    <p:restoredLeft sz="34580" autoAdjust="0"/>
    <p:restoredTop sz="86410" autoAdjust="0"/>
  </p:normalViewPr>
  <p:slideViewPr>
    <p:cSldViewPr snapToGrid="0">
      <p:cViewPr varScale="1">
        <p:scale>
          <a:sx n="125" d="100"/>
          <a:sy n="125" d="100"/>
        </p:scale>
        <p:origin x="96" y="8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61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D7D23-95FE-4191-B08D-3CBB1E1CEEFE}" type="datetimeFigureOut">
              <a:rPr lang="pt-PT" smtClean="0"/>
              <a:t>18/03/2024</a:t>
            </a:fld>
            <a:endParaRPr lang="pt-PT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0636E-53A0-461E-B4DA-47B90EBA88BA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357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D97C-8255-4BAC-9D42-1F6A6651E287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8119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6660-F7C2-4C37-BD61-E2E985519A54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1590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553A-1723-4842-A3DB-E76BD21F5C6D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756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51E-3840-4886-B007-BC84D7C14686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386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6839-F4ED-436E-9AC9-AC7A0A0CD179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3095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247-1A7C-4F98-8F33-5E4D07EFBF12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8002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320DE-3391-4A27-9653-F2BD505B9A08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7908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50C8-88B2-4209-BD56-05813AC521DC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286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7055-2F12-42A4-9432-334276564B1D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1121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8996-E467-4FE1-B165-4002860D0AC7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523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532E-E792-4BF5-B399-9E5E16070233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0798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D900-928E-403C-BF53-CAAB2E2C4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8B940-75D1-4C46-9CFE-64747639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A2CD6-5FB1-46E7-BBF2-06C11EFE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F7F0-99C0-4949-9F3A-098A33A7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C4E3-3A90-4903-AA2B-BEE787AB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626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0CBE-4D75-4070-9727-D6568849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8656-59AB-4DDA-BA5E-906CE3CE4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0D26C-F7F1-4295-850E-F65B6A18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31830-C80B-4D82-9540-948794AC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3081E-0503-4818-8F70-5B7EF711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837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5B21-4830-48A5-862B-ABDF25C5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6B740-92E9-4F69-A3BC-3370B88AD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D8454-4F6E-410A-9B06-56F8E8B9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50F26-960E-41B7-A0CF-5FD4D939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0EE7-FD8B-4114-B0D7-C530EA44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6226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C6DB-0704-453E-AA7A-EDB8E50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1CFE-81A7-43F6-9DE8-5001C3319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6F9B9-C2D3-4E58-BF2D-86CBBBCF7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E05F8-F9B8-4595-9172-117938DF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670A2-41C2-4D8A-B93D-8F4D34BB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016F9-4DB7-42E2-8D0A-65B7CD30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4775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6546-7AA6-4539-810A-0AC166A5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938C-8040-48C6-8939-B3F0A9E7D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60B8-4D37-4E87-8073-042AF52A4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81F80-B628-4BD3-B94F-CCC211B69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E79D3-9A2B-4BCE-AF53-894A2D5B8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A42F1-1652-4482-A407-F5D97A88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3F25A-7E30-4A66-9495-AA5714A2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E7AC5-D765-47F7-89A4-DA8F3290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0463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22E3-31A6-4D0E-AA4C-B0AA1823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34A3-5AE1-40D8-8067-9E1D252E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EFDC3-F146-471F-82E0-FB6C2D90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55F47-05F6-49F9-BE0C-B927C558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9801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A7C86-FE30-4F3E-A72C-139359D0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663B0-D551-4DBD-BFF2-A571F75E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2710-B633-46B8-B335-87D5DE31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3126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6708-3CEB-435E-8498-6562E37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7C09-A03A-43E5-9A11-7273458D3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2C248-11E6-4154-A326-1B8F7D2EE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DC9D5-C4A3-4FDE-9E36-375F2B34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2A057-54CB-4E24-80E7-736BFC2E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9B1B1-0646-4C4C-92B7-B3E14587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223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F7D4-D633-427F-9E9A-6B554973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3F0D6-3084-4516-AED5-37221D1D7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47CDB-4B6C-48AA-A9BA-59A1994D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84827-B00B-446A-B5F1-D65E98FD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21318-5825-42BF-9ACA-060A59DC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1AE2-4E68-4683-B3D6-D2D421F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0468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8B47-6B5B-4C41-A6E1-3490CE20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EDB63-0281-4D84-A4C5-17B0CFFB2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9AA0-B865-40C8-A653-6197F492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ED7A-C5C7-4968-BFBA-53DA7EDE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9E3A9-78F3-4296-A92C-D732DADD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5017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5582FE-E45E-4458-AC02-44F4A62E3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2EF0A-6E63-4D2C-B998-E3CF727CC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C659-7D8F-4CAA-ACB0-ED17AC7A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14C8E-083A-481C-A107-4A809F2A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10F76-989E-49D9-B4AD-276E51C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36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83CD8-EC5B-4369-8F97-BE1E84F10887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3317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791A7-C9A5-46D8-9C81-1E4A5947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E0097-E8D6-43DE-AF41-81E590C1A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8699B-64E4-49C2-80D7-484D6DAA3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15122-A6FE-41E7-BB00-91A147638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013BE-7A46-476B-B9E5-FD0F38D9F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957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../skunk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hyperlink" Target="../IaC.pptx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s-east-1.console.aws.amazon.com/iam/home?region=eu-north-1#/users/details/pulumi?section=permission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file:///C:\Windows\explorer.exe%20F:\ides\AZ_vStudio2017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hyperlink" Target="pinecone/pulumi_accessKeys_free_tier.csv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_KhrGFV_Npw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singlesignon/latest/userguide/identity-center-instances.html?icmpid=docs_sso_console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u-north-1.console.aws.amazon.com/singlesignon/home?region=eu-north-1#!/instances/6508f3c319f58d30/users/userDetails/userId=b02c996c-f071-7016-d3b3-477889a3b71e&amp;directoryId=&amp;realm=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u-north-1.console.aws.amazon.com/singlesignon/home?region=eu-north-1&amp;tab=mfaDevices#!/instances/6508f3c319f58d30/users/userDetails/userId=b02c996c-f071-7016-d3b3-477889a3b71e&amp;directoryId=&amp;realm=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u-north-1.console.aws.amazon.com/singlesignon/home?region=eu-north-1&amp;tab=account-assignments#!/instances/6508f3c319f58d30/users/userDetails/userId=b02c996c-f071-7016-d3b3-477889a3b71e&amp;directoryId=&amp;realm=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us-east-1.console.aws.amazon.com/iamv2/home?region=eu-north-1&amp;tab=account-assignments#/instances/6508f3c319f58d30/organization/accounts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s-east-1.console.aws.amazon.com/iamv2/home?region=eu-north-1&amp;tab=profile#/instances/6508f3c319f58d30/organization/permission-sets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u-north-1.console.aws.amazon.com/singlesignon/home?region=eu-north-1#!/instances/6508f3c319f58d30/settings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-c367030b14.awsapps.com/start#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ocs.aws.amazon.com/cli/latest/userguide/getting-started-quickstart.html" TargetMode="Externa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hyperlink" Target="https://docs.aws.amazon.com/cli/latest/userguide/sso-configure-profile-token.html#sso-configure-profile-token-auto-sso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evaristo.figueiredo\.aws" TargetMode="External"/><Relationship Id="rId2" Type="http://schemas.openxmlformats.org/officeDocument/2006/relationships/hyperlink" Target="file:///C:\Windows\explorer.exe%20F:\ides\AZ_vStudio2017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5.png"/><Relationship Id="rId3" Type="http://schemas.openxmlformats.org/officeDocument/2006/relationships/hyperlink" Target="https://entityframework-plus.net/" TargetMode="External"/><Relationship Id="rId7" Type="http://schemas.openxmlformats.org/officeDocument/2006/relationships/hyperlink" Target="A1_reference/functionalities.pptx" TargetMode="External"/><Relationship Id="rId12" Type="http://schemas.openxmlformats.org/officeDocument/2006/relationships/image" Target="../media/image6.png"/><Relationship Id="rId2" Type="http://schemas.openxmlformats.org/officeDocument/2006/relationships/image" Target="../media/image22.png"/><Relationship Id="rId16" Type="http://schemas.openxmlformats.org/officeDocument/2006/relationships/hyperlink" Target="../_actions/zig_help.ba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A2_introduction.pptx" TargetMode="External"/><Relationship Id="rId11" Type="http://schemas.openxmlformats.org/officeDocument/2006/relationships/hyperlink" Target="file:///D:\A1_research\C2_c0dice\B1_jmeter\A1_install" TargetMode="External"/><Relationship Id="rId5" Type="http://schemas.openxmlformats.org/officeDocument/2006/relationships/image" Target="../media/image1.png"/><Relationship Id="rId15" Type="http://schemas.openxmlformats.org/officeDocument/2006/relationships/image" Target="../media/image26.png"/><Relationship Id="rId10" Type="http://schemas.openxmlformats.org/officeDocument/2006/relationships/hyperlink" Target="file:///C:\Windows\explorer.exe%20F:\ides\AZ_vStudio2017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24.svg"/><Relationship Id="rId14" Type="http://schemas.openxmlformats.org/officeDocument/2006/relationships/slide" Target="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7F764-8D4D-421D-979F-2C7A67DE0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534121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sso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C211FC9-03A2-CFD8-377E-3564E2F88877}"/>
              </a:ext>
            </a:extLst>
          </p:cNvPr>
          <p:cNvGrpSpPr/>
          <p:nvPr/>
        </p:nvGrpSpPr>
        <p:grpSpPr>
          <a:xfrm>
            <a:off x="10525307" y="125397"/>
            <a:ext cx="1042719" cy="283293"/>
            <a:chOff x="5611636" y="5954426"/>
            <a:chExt cx="1042720" cy="283293"/>
          </a:xfrm>
        </p:grpSpPr>
        <p:pic>
          <p:nvPicPr>
            <p:cNvPr id="4" name="Picture 3" descr="Icon&#10;&#10;Description automatically generated">
              <a:extLst>
                <a:ext uri="{FF2B5EF4-FFF2-40B4-BE49-F238E27FC236}">
                  <a16:creationId xmlns:a16="http://schemas.microsoft.com/office/drawing/2014/main" id="{67A19B12-ADF2-92CB-5AFA-1F5B4F74C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9876C4DB-C154-F5B2-EF1C-930A67EDC15A}"/>
                </a:ext>
              </a:extLst>
            </p:cNvPr>
            <p:cNvSpPr/>
            <p:nvPr/>
          </p:nvSpPr>
          <p:spPr>
            <a:xfrm>
              <a:off x="6107411" y="5954426"/>
              <a:ext cx="54694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skunk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C9B9FB0-14A6-201E-7251-7BC5E19C8B16}"/>
              </a:ext>
            </a:extLst>
          </p:cNvPr>
          <p:cNvGrpSpPr/>
          <p:nvPr/>
        </p:nvGrpSpPr>
        <p:grpSpPr>
          <a:xfrm>
            <a:off x="10525306" y="421276"/>
            <a:ext cx="874404" cy="283293"/>
            <a:chOff x="5611636" y="5954426"/>
            <a:chExt cx="874405" cy="283293"/>
          </a:xfrm>
        </p:grpSpPr>
        <p:pic>
          <p:nvPicPr>
            <p:cNvPr id="7" name="Picture 6" descr="Icon&#10;&#10;Description automatically generated">
              <a:extLst>
                <a:ext uri="{FF2B5EF4-FFF2-40B4-BE49-F238E27FC236}">
                  <a16:creationId xmlns:a16="http://schemas.microsoft.com/office/drawing/2014/main" id="{B25075D8-7141-331F-A90E-8CA0FBD911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8" name="Retângulo 5">
              <a:extLst>
                <a:ext uri="{FF2B5EF4-FFF2-40B4-BE49-F238E27FC236}">
                  <a16:creationId xmlns:a16="http://schemas.microsoft.com/office/drawing/2014/main" id="{A2453F44-6AA6-BD9E-E42B-A9ADBEAF883B}"/>
                </a:ext>
              </a:extLst>
            </p:cNvPr>
            <p:cNvSpPr/>
            <p:nvPr/>
          </p:nvSpPr>
          <p:spPr>
            <a:xfrm>
              <a:off x="6107411" y="5954426"/>
              <a:ext cx="37863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 action="ppaction://hlinkpres?slideindex=1&amp;slidetitle="/>
                </a:rPr>
                <a:t>IaC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66272A80-ED04-4D6B-6EFE-9810C225C693}"/>
              </a:ext>
            </a:extLst>
          </p:cNvPr>
          <p:cNvSpPr/>
          <p:nvPr/>
        </p:nvSpPr>
        <p:spPr>
          <a:xfrm>
            <a:off x="945965" y="241710"/>
            <a:ext cx="1876082" cy="811367"/>
          </a:xfrm>
          <a:prstGeom prst="wedgeRectCallout">
            <a:avLst>
              <a:gd name="adj1" fmla="val 8998"/>
              <a:gd name="adj2" fmla="val -5525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only have access 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to identity</a:t>
            </a:r>
            <a:r>
              <a:rPr kumimoji="0" lang="en-US" sz="1200" b="0" i="0" u="none" strike="noStrike" kern="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 center </a:t>
            </a:r>
          </a:p>
          <a:p>
            <a:pPr marL="228592" indent="-228592" defTabSz="914369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in 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free tier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C9FE6D-DF56-9AFB-7870-FE5E34DA2EF2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1" name="Arrow: Right 5">
            <a:extLst>
              <a:ext uri="{FF2B5EF4-FFF2-40B4-BE49-F238E27FC236}">
                <a16:creationId xmlns:a16="http://schemas.microsoft.com/office/drawing/2014/main" id="{7D08C3F5-8A04-52A6-E861-46FE7008C1E6}"/>
              </a:ext>
            </a:extLst>
          </p:cNvPr>
          <p:cNvSpPr/>
          <p:nvPr/>
        </p:nvSpPr>
        <p:spPr>
          <a:xfrm>
            <a:off x="206854" y="241710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</p:spTree>
    <p:extLst>
      <p:ext uri="{BB962C8B-B14F-4D97-AF65-F5344CB8AC3E}">
        <p14:creationId xmlns:p14="http://schemas.microsoft.com/office/powerpoint/2010/main" val="2131296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CC3F31-D3C0-C420-9259-476404425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B75A90-1C9D-D546-96B7-BA4DF0A79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30" y="265657"/>
            <a:ext cx="4003699" cy="372872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3A0DA4-75DD-FD41-AE5E-C231D0260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953466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baseline="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. aws user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932C95-A2C0-D9C9-D759-29A114879456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Arrow: Right 5">
            <a:extLst>
              <a:ext uri="{FF2B5EF4-FFF2-40B4-BE49-F238E27FC236}">
                <a16:creationId xmlns:a16="http://schemas.microsoft.com/office/drawing/2014/main" id="{A5B059EC-832C-B8E4-6100-D8111DA6F8D9}"/>
              </a:ext>
            </a:extLst>
          </p:cNvPr>
          <p:cNvSpPr/>
          <p:nvPr/>
        </p:nvSpPr>
        <p:spPr>
          <a:xfrm>
            <a:off x="311919" y="265657"/>
            <a:ext cx="1022842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free tier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C38C88-6BC3-11C7-FFB7-866450BE2B86}"/>
              </a:ext>
            </a:extLst>
          </p:cNvPr>
          <p:cNvGrpSpPr/>
          <p:nvPr/>
        </p:nvGrpSpPr>
        <p:grpSpPr>
          <a:xfrm>
            <a:off x="4215344" y="4109932"/>
            <a:ext cx="961176" cy="289586"/>
            <a:chOff x="5881666" y="1590687"/>
            <a:chExt cx="961176" cy="289586"/>
          </a:xfrm>
        </p:grpSpPr>
        <p:sp>
          <p:nvSpPr>
            <p:cNvPr id="10" name="Retângulo 5">
              <a:extLst>
                <a:ext uri="{FF2B5EF4-FFF2-40B4-BE49-F238E27FC236}">
                  <a16:creationId xmlns:a16="http://schemas.microsoft.com/office/drawing/2014/main" id="{E5167EC1-0FD5-0E9F-E8C9-45FC011D023E}"/>
                </a:ext>
              </a:extLst>
            </p:cNvPr>
            <p:cNvSpPr/>
            <p:nvPr/>
          </p:nvSpPr>
          <p:spPr>
            <a:xfrm>
              <a:off x="6081095" y="1603274"/>
              <a:ext cx="76174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aws user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1" name="Picture 10" descr="Icon&#10;&#10;Description automatically generated">
              <a:extLst>
                <a:ext uri="{FF2B5EF4-FFF2-40B4-BE49-F238E27FC236}">
                  <a16:creationId xmlns:a16="http://schemas.microsoft.com/office/drawing/2014/main" id="{2145E08A-BFBB-3298-B1E9-5CAF6B76C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12" name="Arrow: Right 5">
            <a:extLst>
              <a:ext uri="{FF2B5EF4-FFF2-40B4-BE49-F238E27FC236}">
                <a16:creationId xmlns:a16="http://schemas.microsoft.com/office/drawing/2014/main" id="{FE18753A-6677-BC94-59AF-F5D203C183AC}"/>
              </a:ext>
            </a:extLst>
          </p:cNvPr>
          <p:cNvSpPr/>
          <p:nvPr/>
        </p:nvSpPr>
        <p:spPr>
          <a:xfrm>
            <a:off x="4874647" y="542656"/>
            <a:ext cx="1163906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password</a:t>
            </a:r>
          </a:p>
        </p:txBody>
      </p:sp>
      <p:sp>
        <p:nvSpPr>
          <p:cNvPr id="14" name="Retângulo 20">
            <a:extLst>
              <a:ext uri="{FF2B5EF4-FFF2-40B4-BE49-F238E27FC236}">
                <a16:creationId xmlns:a16="http://schemas.microsoft.com/office/drawing/2014/main" id="{15AFC7E1-1E09-C2B1-975A-A8DCE04EC5A5}"/>
              </a:ext>
            </a:extLst>
          </p:cNvPr>
          <p:cNvSpPr/>
          <p:nvPr/>
        </p:nvSpPr>
        <p:spPr>
          <a:xfrm>
            <a:off x="1108477" y="542656"/>
            <a:ext cx="567923" cy="25736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F09D09D1-880D-1078-1E70-BD5A2A1D64B3}"/>
              </a:ext>
            </a:extLst>
          </p:cNvPr>
          <p:cNvSpPr/>
          <p:nvPr/>
        </p:nvSpPr>
        <p:spPr>
          <a:xfrm>
            <a:off x="6096000" y="542656"/>
            <a:ext cx="864587" cy="257369"/>
          </a:xfrm>
          <a:prstGeom prst="wedgeRectCallout">
            <a:avLst>
              <a:gd name="adj1" fmla="val -2203"/>
              <a:gd name="adj2" fmla="val 27901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Emf012109*</a:t>
            </a:r>
          </a:p>
        </p:txBody>
      </p:sp>
      <p:sp>
        <p:nvSpPr>
          <p:cNvPr id="16" name="Retângulo 20">
            <a:extLst>
              <a:ext uri="{FF2B5EF4-FFF2-40B4-BE49-F238E27FC236}">
                <a16:creationId xmlns:a16="http://schemas.microsoft.com/office/drawing/2014/main" id="{B9B4DB9D-1321-5F99-2780-DFE00350C203}"/>
              </a:ext>
            </a:extLst>
          </p:cNvPr>
          <p:cNvSpPr/>
          <p:nvPr/>
        </p:nvSpPr>
        <p:spPr>
          <a:xfrm>
            <a:off x="1235477" y="3666101"/>
            <a:ext cx="1411203" cy="18453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27F14A-68BE-CCE6-8D45-1D5EF567E7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5311" y="1249678"/>
            <a:ext cx="3476354" cy="3728721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280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460684-67D5-652E-0B9F-99072D470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1A557E3-B69D-74E9-AC50-6671DEB6D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833" y="280897"/>
            <a:ext cx="7741920" cy="1278061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8D5CC5-7642-783B-6DFD-D00645D643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050672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 access key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55740F-FCF9-D75E-AE5F-FCF007CD7D7D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" name="Arrow: Right 5">
            <a:extLst>
              <a:ext uri="{FF2B5EF4-FFF2-40B4-BE49-F238E27FC236}">
                <a16:creationId xmlns:a16="http://schemas.microsoft.com/office/drawing/2014/main" id="{1F88E3CD-0C59-A9B2-4532-DD944A65146F}"/>
              </a:ext>
            </a:extLst>
          </p:cNvPr>
          <p:cNvSpPr/>
          <p:nvPr/>
        </p:nvSpPr>
        <p:spPr>
          <a:xfrm>
            <a:off x="163991" y="280897"/>
            <a:ext cx="1022842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free tier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EE413B6C-3021-AD57-137F-E6DE2B211769}"/>
              </a:ext>
            </a:extLst>
          </p:cNvPr>
          <p:cNvSpPr/>
          <p:nvPr/>
        </p:nvSpPr>
        <p:spPr>
          <a:xfrm>
            <a:off x="5436121" y="1752966"/>
            <a:ext cx="3011841" cy="257369"/>
          </a:xfrm>
          <a:prstGeom prst="wedgeRectCallout">
            <a:avLst>
              <a:gd name="adj1" fmla="val 16718"/>
              <a:gd name="adj2" fmla="val 35193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dirty="0">
                <a:solidFill>
                  <a:prstClr val="white"/>
                </a:solidFill>
                <a:latin typeface="Calibri Light" panose="020F0302020204030204"/>
              </a:rPr>
              <a:t>iYtz0n5UksoGzBWZSgcgCUpJiPF/1lj2ucO9M7hd</a:t>
            </a: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7330CF89-33A0-5C66-7F56-C168B5EDDAA5}"/>
              </a:ext>
            </a:extLst>
          </p:cNvPr>
          <p:cNvSpPr/>
          <p:nvPr/>
        </p:nvSpPr>
        <p:spPr>
          <a:xfrm>
            <a:off x="1252579" y="1706699"/>
            <a:ext cx="1736107" cy="257369"/>
          </a:xfrm>
          <a:prstGeom prst="wedgeRectCallout">
            <a:avLst>
              <a:gd name="adj1" fmla="val 16718"/>
              <a:gd name="adj2" fmla="val 35193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dirty="0">
                <a:solidFill>
                  <a:prstClr val="white"/>
                </a:solidFill>
                <a:latin typeface="Calibri Light" panose="020F0302020204030204"/>
              </a:rPr>
              <a:t>AKIA6ODU6RPQTZA6GTHG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898E79-1A65-6F1A-EE4C-94F869F10A70}"/>
              </a:ext>
            </a:extLst>
          </p:cNvPr>
          <p:cNvGrpSpPr/>
          <p:nvPr/>
        </p:nvGrpSpPr>
        <p:grpSpPr>
          <a:xfrm>
            <a:off x="1219565" y="2114535"/>
            <a:ext cx="2964408" cy="299662"/>
            <a:chOff x="1643297" y="4045816"/>
            <a:chExt cx="2964408" cy="299662"/>
          </a:xfrm>
        </p:grpSpPr>
        <p:sp>
          <p:nvSpPr>
            <p:cNvPr id="11" name="CaixaDeTexto 17">
              <a:hlinkClick r:id="rId3" action="ppaction://program"/>
              <a:extLst>
                <a:ext uri="{FF2B5EF4-FFF2-40B4-BE49-F238E27FC236}">
                  <a16:creationId xmlns:a16="http://schemas.microsoft.com/office/drawing/2014/main" id="{02D75334-4A7B-9DB5-2E92-9B2D48642EFE}"/>
                </a:ext>
              </a:extLst>
            </p:cNvPr>
            <p:cNvSpPr txBox="1"/>
            <p:nvPr/>
          </p:nvSpPr>
          <p:spPr>
            <a:xfrm>
              <a:off x="1980063" y="4103314"/>
              <a:ext cx="2627642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defTabSz="914369">
                <a:defRPr/>
              </a:pPr>
              <a:r>
                <a:rPr lang="en-US" sz="1200" u="sng" dirty="0">
                  <a:solidFill>
                    <a:srgbClr val="4472C4">
                      <a:lumMod val="50000"/>
                    </a:srgbClr>
                  </a:solidFill>
                  <a:latin typeface="Calibri Light" panose="020F0302020204030204"/>
                  <a:hlinkClick r:id="rId4" action="ppaction://hlinkfile"/>
                </a:rPr>
                <a:t>pinecone\pulumi_accessKeys_free_tier.csv</a:t>
              </a:r>
              <a:endParaRPr lang="en-US" sz="1200" u="sng" dirty="0">
                <a:solidFill>
                  <a:srgbClr val="4472C4">
                    <a:lumMod val="50000"/>
                  </a:srgbClr>
                </a:solidFill>
                <a:latin typeface="Calibri Light" panose="020F0302020204030204"/>
              </a:endParaRPr>
            </a:p>
          </p:txBody>
        </p:sp>
        <p:pic>
          <p:nvPicPr>
            <p:cNvPr id="12" name="Imagem 18">
              <a:hlinkClick r:id="rId3" action="ppaction://program"/>
              <a:extLst>
                <a:ext uri="{FF2B5EF4-FFF2-40B4-BE49-F238E27FC236}">
                  <a16:creationId xmlns:a16="http://schemas.microsoft.com/office/drawing/2014/main" id="{2ED7BA5E-F17D-4BA1-C283-47D550A903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86156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79F47D-9AE2-105A-83F7-68B456DB9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D61630C6-B169-68BE-22B2-B9A0096B3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33" y="765667"/>
            <a:ext cx="7791850" cy="5550185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95DF11-D7FC-B845-BEAD-38A6BCB20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63351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4. IamIC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5CF0F6-B32B-0689-1C70-CC79FC7C3DCF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28C567-C95C-DF63-8C58-18D2021A3800}"/>
              </a:ext>
            </a:extLst>
          </p:cNvPr>
          <p:cNvGrpSpPr/>
          <p:nvPr/>
        </p:nvGrpSpPr>
        <p:grpSpPr>
          <a:xfrm>
            <a:off x="231009" y="230356"/>
            <a:ext cx="4356849" cy="289586"/>
            <a:chOff x="5881666" y="1590687"/>
            <a:chExt cx="4356849" cy="289586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FF8A062A-1AB2-0F9A-82F7-9B5731197D4E}"/>
                </a:ext>
              </a:extLst>
            </p:cNvPr>
            <p:cNvSpPr/>
            <p:nvPr/>
          </p:nvSpPr>
          <p:spPr>
            <a:xfrm>
              <a:off x="6081095" y="1603274"/>
              <a:ext cx="415742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How to Set Up AWS IAM Identity Center and AWS Organizations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2" name="Picture 11" descr="Icon&#10;&#10;Description automatically generated">
              <a:extLst>
                <a:ext uri="{FF2B5EF4-FFF2-40B4-BE49-F238E27FC236}">
                  <a16:creationId xmlns:a16="http://schemas.microsoft.com/office/drawing/2014/main" id="{77D7F939-8697-F51A-A5AF-C916ACB5BC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76452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05E367-6731-92FE-8185-982B4975A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03827-8736-B5F2-8CDC-69304787A3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153008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4.1 capability 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413C06-9686-1081-5853-9E765B6031C6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0E6B7A-4FC6-F9DB-632E-435A67AA0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240" y="830122"/>
            <a:ext cx="8686800" cy="140140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6" name="Retângulo 20">
            <a:extLst>
              <a:ext uri="{FF2B5EF4-FFF2-40B4-BE49-F238E27FC236}">
                <a16:creationId xmlns:a16="http://schemas.microsoft.com/office/drawing/2014/main" id="{F5AB0EE9-1E18-E1E1-A7EC-FEEAB2F742F5}"/>
              </a:ext>
            </a:extLst>
          </p:cNvPr>
          <p:cNvSpPr/>
          <p:nvPr/>
        </p:nvSpPr>
        <p:spPr>
          <a:xfrm>
            <a:off x="980424" y="1617003"/>
            <a:ext cx="7259336" cy="22195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33FB7D-33DF-74A2-2315-BEAC2DA38675}"/>
              </a:ext>
            </a:extLst>
          </p:cNvPr>
          <p:cNvGrpSpPr/>
          <p:nvPr/>
        </p:nvGrpSpPr>
        <p:grpSpPr>
          <a:xfrm>
            <a:off x="383409" y="382756"/>
            <a:ext cx="7841265" cy="289586"/>
            <a:chOff x="5881666" y="1590687"/>
            <a:chExt cx="7841265" cy="289586"/>
          </a:xfrm>
        </p:grpSpPr>
        <p:sp>
          <p:nvSpPr>
            <p:cNvPr id="7" name="Retângulo 5">
              <a:extLst>
                <a:ext uri="{FF2B5EF4-FFF2-40B4-BE49-F238E27FC236}">
                  <a16:creationId xmlns:a16="http://schemas.microsoft.com/office/drawing/2014/main" id="{A66C8701-603A-8539-C104-B9241E6A8B77}"/>
                </a:ext>
              </a:extLst>
            </p:cNvPr>
            <p:cNvSpPr/>
            <p:nvPr/>
          </p:nvSpPr>
          <p:spPr>
            <a:xfrm>
              <a:off x="6081095" y="1603274"/>
              <a:ext cx="764183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https://docs.aws.amazon.com/singlesignon/latest/userguide/identity-center-instances.html?icmpid=docs_sso_console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C7029DE6-2D20-9C9F-1245-FE07E7F22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41649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B58DA5-686D-4BBC-0682-49280C1AC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B337E28-C644-D7D2-5E1A-AF257D20A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02" y="280897"/>
            <a:ext cx="6712416" cy="3263777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9962E8-E28F-4155-84E9-89B778AE9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099981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5. IamIC – user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D63FEF-03EF-D65A-CB0F-634E98B52C3A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" name="Arrow: Right 5">
            <a:extLst>
              <a:ext uri="{FF2B5EF4-FFF2-40B4-BE49-F238E27FC236}">
                <a16:creationId xmlns:a16="http://schemas.microsoft.com/office/drawing/2014/main" id="{C74FE504-3386-E485-079B-E67C544D4D69}"/>
              </a:ext>
            </a:extLst>
          </p:cNvPr>
          <p:cNvSpPr/>
          <p:nvPr/>
        </p:nvSpPr>
        <p:spPr>
          <a:xfrm>
            <a:off x="163991" y="280897"/>
            <a:ext cx="1022842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free tier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931701D-2E25-A140-6EF9-14D6501751DB}"/>
              </a:ext>
            </a:extLst>
          </p:cNvPr>
          <p:cNvGrpSpPr/>
          <p:nvPr/>
        </p:nvGrpSpPr>
        <p:grpSpPr>
          <a:xfrm>
            <a:off x="7038668" y="3653670"/>
            <a:ext cx="655003" cy="289586"/>
            <a:chOff x="5881666" y="1590687"/>
            <a:chExt cx="655003" cy="289586"/>
          </a:xfrm>
        </p:grpSpPr>
        <p:sp>
          <p:nvSpPr>
            <p:cNvPr id="8" name="Retângulo 5">
              <a:extLst>
                <a:ext uri="{FF2B5EF4-FFF2-40B4-BE49-F238E27FC236}">
                  <a16:creationId xmlns:a16="http://schemas.microsoft.com/office/drawing/2014/main" id="{D5A9024D-CA5B-D7FD-7022-85EC26DF76DA}"/>
                </a:ext>
              </a:extLst>
            </p:cNvPr>
            <p:cNvSpPr/>
            <p:nvPr/>
          </p:nvSpPr>
          <p:spPr>
            <a:xfrm>
              <a:off x="6081095" y="1603274"/>
              <a:ext cx="45557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user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9" name="Picture 8" descr="Icon&#10;&#10;Description automatically generated">
              <a:extLst>
                <a:ext uri="{FF2B5EF4-FFF2-40B4-BE49-F238E27FC236}">
                  <a16:creationId xmlns:a16="http://schemas.microsoft.com/office/drawing/2014/main" id="{479503FA-20EF-5A79-E72A-ED8AA1A29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58644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7BC60A-4870-957D-1B20-B0841592F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32612C7-9267-05E6-74A6-CEAB437FE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02" y="299403"/>
            <a:ext cx="5959978" cy="3732411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4CC716-D54E-42EF-8654-0119AEF1A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92177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5.1 MFA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022598-AEA6-F3D8-6050-67643357F754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" name="Arrow: Right 5">
            <a:extLst>
              <a:ext uri="{FF2B5EF4-FFF2-40B4-BE49-F238E27FC236}">
                <a16:creationId xmlns:a16="http://schemas.microsoft.com/office/drawing/2014/main" id="{9681C956-7B01-50AA-875D-E0B78770DCDD}"/>
              </a:ext>
            </a:extLst>
          </p:cNvPr>
          <p:cNvSpPr/>
          <p:nvPr/>
        </p:nvSpPr>
        <p:spPr>
          <a:xfrm>
            <a:off x="163991" y="280897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002B938-DAE1-3CDD-81EA-A2E00AD80D60}"/>
              </a:ext>
            </a:extLst>
          </p:cNvPr>
          <p:cNvGrpSpPr/>
          <p:nvPr/>
        </p:nvGrpSpPr>
        <p:grpSpPr>
          <a:xfrm>
            <a:off x="5966788" y="4115950"/>
            <a:ext cx="973359" cy="289586"/>
            <a:chOff x="5881666" y="1590687"/>
            <a:chExt cx="973359" cy="289586"/>
          </a:xfrm>
        </p:grpSpPr>
        <p:sp>
          <p:nvSpPr>
            <p:cNvPr id="8" name="Retângulo 5">
              <a:extLst>
                <a:ext uri="{FF2B5EF4-FFF2-40B4-BE49-F238E27FC236}">
                  <a16:creationId xmlns:a16="http://schemas.microsoft.com/office/drawing/2014/main" id="{49B68867-D301-7047-2C51-782D6CB621E2}"/>
                </a:ext>
              </a:extLst>
            </p:cNvPr>
            <p:cNvSpPr/>
            <p:nvPr/>
          </p:nvSpPr>
          <p:spPr>
            <a:xfrm>
              <a:off x="6081095" y="1603274"/>
              <a:ext cx="77393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user MFA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9" name="Picture 8" descr="Icon&#10;&#10;Description automatically generated">
              <a:extLst>
                <a:ext uri="{FF2B5EF4-FFF2-40B4-BE49-F238E27FC236}">
                  <a16:creationId xmlns:a16="http://schemas.microsoft.com/office/drawing/2014/main" id="{DE86325E-8263-8AAD-4689-9AD5B4F06D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9789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25A16D-90C7-E767-2C03-A2CDF42BA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73B0D6E-DB1D-CBD9-E6DF-2EB3E6425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02" y="280897"/>
            <a:ext cx="3420788" cy="4128537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334EE3-D744-CB76-99CF-CC56B1DD02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906274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5.2 account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74544C-17D0-183E-2327-A636B79E3709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" name="Arrow: Right 5">
            <a:extLst>
              <a:ext uri="{FF2B5EF4-FFF2-40B4-BE49-F238E27FC236}">
                <a16:creationId xmlns:a16="http://schemas.microsoft.com/office/drawing/2014/main" id="{6B8D8F0F-393D-89DF-B74D-A81004C0F38B}"/>
              </a:ext>
            </a:extLst>
          </p:cNvPr>
          <p:cNvSpPr/>
          <p:nvPr/>
        </p:nvSpPr>
        <p:spPr>
          <a:xfrm>
            <a:off x="163991" y="280897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36BCA94-579F-87C8-3114-A11F0FD395C5}"/>
              </a:ext>
            </a:extLst>
          </p:cNvPr>
          <p:cNvGrpSpPr/>
          <p:nvPr/>
        </p:nvGrpSpPr>
        <p:grpSpPr>
          <a:xfrm>
            <a:off x="3259148" y="4504697"/>
            <a:ext cx="1186109" cy="289586"/>
            <a:chOff x="5881666" y="1590687"/>
            <a:chExt cx="1186109" cy="289586"/>
          </a:xfrm>
        </p:grpSpPr>
        <p:sp>
          <p:nvSpPr>
            <p:cNvPr id="8" name="Retângulo 5">
              <a:extLst>
                <a:ext uri="{FF2B5EF4-FFF2-40B4-BE49-F238E27FC236}">
                  <a16:creationId xmlns:a16="http://schemas.microsoft.com/office/drawing/2014/main" id="{CA54B5DB-3863-DDC7-4DB7-706C8632570F}"/>
                </a:ext>
              </a:extLst>
            </p:cNvPr>
            <p:cNvSpPr/>
            <p:nvPr/>
          </p:nvSpPr>
          <p:spPr>
            <a:xfrm>
              <a:off x="6081095" y="1603274"/>
              <a:ext cx="98668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user account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9" name="Picture 8" descr="Icon&#10;&#10;Description automatically generated">
              <a:extLst>
                <a:ext uri="{FF2B5EF4-FFF2-40B4-BE49-F238E27FC236}">
                  <a16:creationId xmlns:a16="http://schemas.microsoft.com/office/drawing/2014/main" id="{3D4B4FDC-2A3B-DB7C-E1EB-21D8144FD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24CF30E3-56F3-28D7-2824-DBE759C18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8335" y="619961"/>
            <a:ext cx="6779145" cy="3343804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13" name="Arrow: Right 5">
            <a:extLst>
              <a:ext uri="{FF2B5EF4-FFF2-40B4-BE49-F238E27FC236}">
                <a16:creationId xmlns:a16="http://schemas.microsoft.com/office/drawing/2014/main" id="{D4BFDAC6-6532-8FD4-E333-33953107BA54}"/>
              </a:ext>
            </a:extLst>
          </p:cNvPr>
          <p:cNvSpPr/>
          <p:nvPr/>
        </p:nvSpPr>
        <p:spPr>
          <a:xfrm>
            <a:off x="4256776" y="860017"/>
            <a:ext cx="551559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set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4E35890-6F47-4603-4CF2-E6F1E885CDEC}"/>
              </a:ext>
            </a:extLst>
          </p:cNvPr>
          <p:cNvGrpSpPr/>
          <p:nvPr/>
        </p:nvGrpSpPr>
        <p:grpSpPr>
          <a:xfrm>
            <a:off x="10269548" y="4119848"/>
            <a:ext cx="1409697" cy="289586"/>
            <a:chOff x="5881666" y="1590687"/>
            <a:chExt cx="1409697" cy="289586"/>
          </a:xfrm>
        </p:grpSpPr>
        <p:sp>
          <p:nvSpPr>
            <p:cNvPr id="15" name="Retângulo 5">
              <a:extLst>
                <a:ext uri="{FF2B5EF4-FFF2-40B4-BE49-F238E27FC236}">
                  <a16:creationId xmlns:a16="http://schemas.microsoft.com/office/drawing/2014/main" id="{73BFA369-C7C8-51A7-167D-9189869BBD57}"/>
                </a:ext>
              </a:extLst>
            </p:cNvPr>
            <p:cNvSpPr/>
            <p:nvPr/>
          </p:nvSpPr>
          <p:spPr>
            <a:xfrm>
              <a:off x="6081095" y="1603274"/>
              <a:ext cx="121026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/>
                </a:rPr>
                <a:t>set user account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6" name="Picture 15" descr="Icon&#10;&#10;Description automatically generated">
              <a:extLst>
                <a:ext uri="{FF2B5EF4-FFF2-40B4-BE49-F238E27FC236}">
                  <a16:creationId xmlns:a16="http://schemas.microsoft.com/office/drawing/2014/main" id="{25427B1B-353A-23A9-925F-F6A9018E6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0081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65A56-4B02-71DE-0819-9A2B1A5F3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AF09F68-48FB-55BB-E78A-97B5EFBE7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643" y="268310"/>
            <a:ext cx="8049264" cy="4128538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9C5401-22FA-D82D-E261-73D5CE68EE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149674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5.3 permissions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74E281-4964-1035-4AE9-CDED250D4872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" name="Arrow: Right 5">
            <a:extLst>
              <a:ext uri="{FF2B5EF4-FFF2-40B4-BE49-F238E27FC236}">
                <a16:creationId xmlns:a16="http://schemas.microsoft.com/office/drawing/2014/main" id="{9856D121-E83C-D82E-7D2D-430CC59FFBDD}"/>
              </a:ext>
            </a:extLst>
          </p:cNvPr>
          <p:cNvSpPr/>
          <p:nvPr/>
        </p:nvSpPr>
        <p:spPr>
          <a:xfrm>
            <a:off x="163991" y="280897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569D5AF-BDFD-89F6-363C-A3474537A73F}"/>
              </a:ext>
            </a:extLst>
          </p:cNvPr>
          <p:cNvGrpSpPr/>
          <p:nvPr/>
        </p:nvGrpSpPr>
        <p:grpSpPr>
          <a:xfrm>
            <a:off x="7667326" y="4479297"/>
            <a:ext cx="1367506" cy="289586"/>
            <a:chOff x="5881666" y="1590687"/>
            <a:chExt cx="1367506" cy="289586"/>
          </a:xfrm>
        </p:grpSpPr>
        <p:sp>
          <p:nvSpPr>
            <p:cNvPr id="8" name="Retângulo 5">
              <a:extLst>
                <a:ext uri="{FF2B5EF4-FFF2-40B4-BE49-F238E27FC236}">
                  <a16:creationId xmlns:a16="http://schemas.microsoft.com/office/drawing/2014/main" id="{2BA508F1-A059-0185-F458-9C9C69AA6C28}"/>
                </a:ext>
              </a:extLst>
            </p:cNvPr>
            <p:cNvSpPr/>
            <p:nvPr/>
          </p:nvSpPr>
          <p:spPr>
            <a:xfrm>
              <a:off x="6081095" y="1603274"/>
              <a:ext cx="116807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permission-sets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9" name="Picture 8" descr="Icon&#10;&#10;Description automatically generated">
              <a:extLst>
                <a:ext uri="{FF2B5EF4-FFF2-40B4-BE49-F238E27FC236}">
                  <a16:creationId xmlns:a16="http://schemas.microsoft.com/office/drawing/2014/main" id="{4B81653E-926F-1B7A-30DF-410E96C826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09315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963031-E75C-A146-2B5B-3C3460D26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0B9803D-B732-6675-A54B-3C184AE5F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6968"/>
            <a:ext cx="7866755" cy="2779082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F818E0-BE49-166F-F759-D55BAB5E63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893386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5.4 settings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AB73E0-D8CB-5587-7E63-C636F91F2D52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" name="Arrow: Right 5">
            <a:extLst>
              <a:ext uri="{FF2B5EF4-FFF2-40B4-BE49-F238E27FC236}">
                <a16:creationId xmlns:a16="http://schemas.microsoft.com/office/drawing/2014/main" id="{B9124EE9-B337-6ED1-7608-EB49C5B4B89C}"/>
              </a:ext>
            </a:extLst>
          </p:cNvPr>
          <p:cNvSpPr/>
          <p:nvPr/>
        </p:nvSpPr>
        <p:spPr>
          <a:xfrm>
            <a:off x="163991" y="280897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FB7058B-C80C-515B-20FD-F153711B2E22}"/>
              </a:ext>
            </a:extLst>
          </p:cNvPr>
          <p:cNvGrpSpPr/>
          <p:nvPr/>
        </p:nvGrpSpPr>
        <p:grpSpPr>
          <a:xfrm>
            <a:off x="7834958" y="3188977"/>
            <a:ext cx="869997" cy="289586"/>
            <a:chOff x="5881666" y="1590687"/>
            <a:chExt cx="869997" cy="289586"/>
          </a:xfrm>
        </p:grpSpPr>
        <p:sp>
          <p:nvSpPr>
            <p:cNvPr id="8" name="Retângulo 5">
              <a:extLst>
                <a:ext uri="{FF2B5EF4-FFF2-40B4-BE49-F238E27FC236}">
                  <a16:creationId xmlns:a16="http://schemas.microsoft.com/office/drawing/2014/main" id="{77A8EF07-E29C-EEF9-B94B-75C93F925731}"/>
                </a:ext>
              </a:extLst>
            </p:cNvPr>
            <p:cNvSpPr/>
            <p:nvPr/>
          </p:nvSpPr>
          <p:spPr>
            <a:xfrm>
              <a:off x="6081095" y="1603274"/>
              <a:ext cx="67056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settings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9" name="Picture 8" descr="Icon&#10;&#10;Description automatically generated">
              <a:extLst>
                <a:ext uri="{FF2B5EF4-FFF2-40B4-BE49-F238E27FC236}">
                  <a16:creationId xmlns:a16="http://schemas.microsoft.com/office/drawing/2014/main" id="{068305A1-923F-68CB-A95C-CBA7E1775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0886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6D6882-339D-0B4C-3F3C-D1B50A4F6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9B85DA-8E46-A059-2E70-1A3DAAF85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58" y="318777"/>
            <a:ext cx="8428522" cy="1710087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48392A-6F3A-5ED1-DF9D-E38853F052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008096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5.4.1 website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35F69C-C17D-0670-5806-9D4D447BBFAF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" name="Arrow: Right 5">
            <a:extLst>
              <a:ext uri="{FF2B5EF4-FFF2-40B4-BE49-F238E27FC236}">
                <a16:creationId xmlns:a16="http://schemas.microsoft.com/office/drawing/2014/main" id="{09A7E935-7555-9FB0-EF09-B20DC4FC7270}"/>
              </a:ext>
            </a:extLst>
          </p:cNvPr>
          <p:cNvSpPr/>
          <p:nvPr/>
        </p:nvSpPr>
        <p:spPr>
          <a:xfrm>
            <a:off x="163991" y="280897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8C993E6-D975-9625-ED8E-6230A0D4EBF9}"/>
              </a:ext>
            </a:extLst>
          </p:cNvPr>
          <p:cNvGrpSpPr/>
          <p:nvPr/>
        </p:nvGrpSpPr>
        <p:grpSpPr>
          <a:xfrm>
            <a:off x="8525830" y="2244644"/>
            <a:ext cx="869997" cy="289586"/>
            <a:chOff x="5881666" y="1590687"/>
            <a:chExt cx="869997" cy="289586"/>
          </a:xfrm>
        </p:grpSpPr>
        <p:sp>
          <p:nvSpPr>
            <p:cNvPr id="8" name="Retângulo 5">
              <a:extLst>
                <a:ext uri="{FF2B5EF4-FFF2-40B4-BE49-F238E27FC236}">
                  <a16:creationId xmlns:a16="http://schemas.microsoft.com/office/drawing/2014/main" id="{518E3ABA-0DD2-66C2-BEFA-D6D82C0F1314}"/>
                </a:ext>
              </a:extLst>
            </p:cNvPr>
            <p:cNvSpPr/>
            <p:nvPr/>
          </p:nvSpPr>
          <p:spPr>
            <a:xfrm>
              <a:off x="6081095" y="1603274"/>
              <a:ext cx="67056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website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9" name="Picture 8" descr="Icon&#10;&#10;Description automatically generated">
              <a:extLst>
                <a:ext uri="{FF2B5EF4-FFF2-40B4-BE49-F238E27FC236}">
                  <a16:creationId xmlns:a16="http://schemas.microsoft.com/office/drawing/2014/main" id="{539B4FEA-FB59-17A8-BF6D-7D8B46B673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7237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CC6433-261E-E686-A940-4D86B745B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AC7CD-FFC9-DAE7-7584-9C3F5EA45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80827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6. setup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D5AC16-51ED-4926-83D7-7A88CD7F9EB0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A1E737-0E1D-8239-25B5-B1874484D169}"/>
              </a:ext>
            </a:extLst>
          </p:cNvPr>
          <p:cNvGrpSpPr/>
          <p:nvPr/>
        </p:nvGrpSpPr>
        <p:grpSpPr>
          <a:xfrm>
            <a:off x="1027086" y="352928"/>
            <a:ext cx="733550" cy="289586"/>
            <a:chOff x="5881666" y="1590687"/>
            <a:chExt cx="733550" cy="289586"/>
          </a:xfrm>
        </p:grpSpPr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B826FDC9-2759-58EC-AFBF-64023BCC4BEE}"/>
                </a:ext>
              </a:extLst>
            </p:cNvPr>
            <p:cNvSpPr/>
            <p:nvPr/>
          </p:nvSpPr>
          <p:spPr>
            <a:xfrm>
              <a:off x="6081095" y="1603274"/>
              <a:ext cx="53412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2"/>
                </a:rPr>
                <a:t>setup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" name="Picture 5" descr="Icon&#10;&#10;Description automatically generated">
              <a:extLst>
                <a:ext uri="{FF2B5EF4-FFF2-40B4-BE49-F238E27FC236}">
                  <a16:creationId xmlns:a16="http://schemas.microsoft.com/office/drawing/2014/main" id="{931BCDAB-DC9B-7754-9571-08023BF5F7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7" name="Arrow: Right 5">
            <a:extLst>
              <a:ext uri="{FF2B5EF4-FFF2-40B4-BE49-F238E27FC236}">
                <a16:creationId xmlns:a16="http://schemas.microsoft.com/office/drawing/2014/main" id="{038189FC-D514-40A9-D621-C33A35D25B07}"/>
              </a:ext>
            </a:extLst>
          </p:cNvPr>
          <p:cNvSpPr/>
          <p:nvPr/>
        </p:nvSpPr>
        <p:spPr>
          <a:xfrm>
            <a:off x="222899" y="374458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what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0FB6985-9112-15E7-5915-EA8EE8E8593E}"/>
              </a:ext>
            </a:extLst>
          </p:cNvPr>
          <p:cNvGrpSpPr/>
          <p:nvPr/>
        </p:nvGrpSpPr>
        <p:grpSpPr>
          <a:xfrm>
            <a:off x="1027086" y="642514"/>
            <a:ext cx="4781132" cy="289586"/>
            <a:chOff x="5881666" y="1590687"/>
            <a:chExt cx="4781132" cy="289586"/>
          </a:xfrm>
        </p:grpSpPr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6B369F50-C537-746B-9E88-93BD47C9FDE2}"/>
                </a:ext>
              </a:extLst>
            </p:cNvPr>
            <p:cNvSpPr/>
            <p:nvPr/>
          </p:nvSpPr>
          <p:spPr>
            <a:xfrm>
              <a:off x="6081095" y="1603274"/>
              <a:ext cx="458170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4"/>
                </a:rPr>
                <a:t>sso-configure-profile-token.html#sso-configure-profile-token-auto-sso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0" name="Picture 9" descr="Icon&#10;&#10;Description automatically generated">
              <a:extLst>
                <a:ext uri="{FF2B5EF4-FFF2-40B4-BE49-F238E27FC236}">
                  <a16:creationId xmlns:a16="http://schemas.microsoft.com/office/drawing/2014/main" id="{CA266B80-1418-3F68-B28C-00DDBD4CA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21AC3E34-E207-FC91-4A0B-1DB65364E8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086" y="1113658"/>
            <a:ext cx="9646920" cy="5006679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9B0133EF-8A97-46AC-057F-D147E0148B1E}"/>
              </a:ext>
            </a:extLst>
          </p:cNvPr>
          <p:cNvSpPr/>
          <p:nvPr/>
        </p:nvSpPr>
        <p:spPr>
          <a:xfrm>
            <a:off x="1450952" y="6345042"/>
            <a:ext cx="1517009" cy="257369"/>
          </a:xfrm>
          <a:prstGeom prst="wedgeRectCallout">
            <a:avLst>
              <a:gd name="adj1" fmla="val 927"/>
              <a:gd name="adj2" fmla="val 10663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aws configure sso</a:t>
            </a:r>
          </a:p>
        </p:txBody>
      </p:sp>
      <p:sp>
        <p:nvSpPr>
          <p:cNvPr id="13" name="Arrow: Right 5">
            <a:extLst>
              <a:ext uri="{FF2B5EF4-FFF2-40B4-BE49-F238E27FC236}">
                <a16:creationId xmlns:a16="http://schemas.microsoft.com/office/drawing/2014/main" id="{510EAD78-55F6-575F-0F2D-32F473E36995}"/>
              </a:ext>
            </a:extLst>
          </p:cNvPr>
          <p:cNvSpPr/>
          <p:nvPr/>
        </p:nvSpPr>
        <p:spPr>
          <a:xfrm>
            <a:off x="245368" y="6345042"/>
            <a:ext cx="120558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command</a:t>
            </a:r>
          </a:p>
        </p:txBody>
      </p:sp>
    </p:spTree>
    <p:extLst>
      <p:ext uri="{BB962C8B-B14F-4D97-AF65-F5344CB8AC3E}">
        <p14:creationId xmlns:p14="http://schemas.microsoft.com/office/powerpoint/2010/main" val="4117338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075A18-0C90-7BB0-2A6B-8F71A2701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8BABC3A-0C90-3AC2-E51B-5B7A9F96B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667" y="374458"/>
            <a:ext cx="10200640" cy="4599222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7B8851-B53D-BE0A-2FFE-C4639E61F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996107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6.1 configure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E7C6AE-5E54-CA21-28B9-90A395F059D8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Arrow: Right 5">
            <a:extLst>
              <a:ext uri="{FF2B5EF4-FFF2-40B4-BE49-F238E27FC236}">
                <a16:creationId xmlns:a16="http://schemas.microsoft.com/office/drawing/2014/main" id="{A2EB815E-0AEF-F368-D8DC-A76F9D7D6412}"/>
              </a:ext>
            </a:extLst>
          </p:cNvPr>
          <p:cNvSpPr/>
          <p:nvPr/>
        </p:nvSpPr>
        <p:spPr>
          <a:xfrm>
            <a:off x="222899" y="374458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what</a:t>
            </a:r>
          </a:p>
        </p:txBody>
      </p:sp>
    </p:spTree>
    <p:extLst>
      <p:ext uri="{BB962C8B-B14F-4D97-AF65-F5344CB8AC3E}">
        <p14:creationId xmlns:p14="http://schemas.microsoft.com/office/powerpoint/2010/main" val="269253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D2B87C-54C3-D12A-453E-D8AF6B20E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56CB2-70D4-8613-C990-6C2109508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808235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6.2 sign in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23C87D-67FB-35A0-F15B-17B64F082134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Arrow: Right 5">
            <a:extLst>
              <a:ext uri="{FF2B5EF4-FFF2-40B4-BE49-F238E27FC236}">
                <a16:creationId xmlns:a16="http://schemas.microsoft.com/office/drawing/2014/main" id="{EC85B621-7980-5D51-8361-3CDC6B33161E}"/>
              </a:ext>
            </a:extLst>
          </p:cNvPr>
          <p:cNvSpPr/>
          <p:nvPr/>
        </p:nvSpPr>
        <p:spPr>
          <a:xfrm>
            <a:off x="222899" y="374458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what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5571F2-7C98-48F7-7F9E-78D17B85D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689" y="374458"/>
            <a:ext cx="3448061" cy="408940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EF6F8B-279E-FA6A-AC46-92879658E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321" y="802640"/>
            <a:ext cx="5226421" cy="3456419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3141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7D3878-1A3D-807F-83A7-1BA8A5D0C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E56E1-BA31-59E9-B52C-EA283D649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64312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6.3 result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4FC8AA-A12C-BED8-D178-C780D951D166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Arrow: Right 5">
            <a:extLst>
              <a:ext uri="{FF2B5EF4-FFF2-40B4-BE49-F238E27FC236}">
                <a16:creationId xmlns:a16="http://schemas.microsoft.com/office/drawing/2014/main" id="{4F5E962B-0548-3682-5DD4-E0060D0FC8D7}"/>
              </a:ext>
            </a:extLst>
          </p:cNvPr>
          <p:cNvSpPr/>
          <p:nvPr/>
        </p:nvSpPr>
        <p:spPr>
          <a:xfrm>
            <a:off x="222899" y="374458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what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A700B68-9C82-200E-5CB9-8754762D6B40}"/>
              </a:ext>
            </a:extLst>
          </p:cNvPr>
          <p:cNvGrpSpPr/>
          <p:nvPr/>
        </p:nvGrpSpPr>
        <p:grpSpPr>
          <a:xfrm>
            <a:off x="962010" y="374458"/>
            <a:ext cx="2389379" cy="299662"/>
            <a:chOff x="1643297" y="4045816"/>
            <a:chExt cx="2389379" cy="299662"/>
          </a:xfrm>
        </p:grpSpPr>
        <p:sp>
          <p:nvSpPr>
            <p:cNvPr id="6" name="CaixaDeTexto 17">
              <a:hlinkClick r:id="rId2" action="ppaction://program"/>
              <a:extLst>
                <a:ext uri="{FF2B5EF4-FFF2-40B4-BE49-F238E27FC236}">
                  <a16:creationId xmlns:a16="http://schemas.microsoft.com/office/drawing/2014/main" id="{2A1353F1-C3D1-D67C-670E-691C06C3C093}"/>
                </a:ext>
              </a:extLst>
            </p:cNvPr>
            <p:cNvSpPr txBox="1"/>
            <p:nvPr/>
          </p:nvSpPr>
          <p:spPr>
            <a:xfrm>
              <a:off x="1980063" y="4103314"/>
              <a:ext cx="2052613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200" b="0" i="0" u="sng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3" action="ppaction://hlinkfile"/>
                </a:rPr>
                <a:t>C:\Users\evaristo.figueiredo\.aws</a:t>
              </a:r>
              <a:endPara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pic>
          <p:nvPicPr>
            <p:cNvPr id="9" name="Imagem 18">
              <a:hlinkClick r:id="rId2" action="ppaction://program"/>
              <a:extLst>
                <a:ext uri="{FF2B5EF4-FFF2-40B4-BE49-F238E27FC236}">
                  <a16:creationId xmlns:a16="http://schemas.microsoft.com/office/drawing/2014/main" id="{F0E3CC1B-599D-2DCB-D6F0-15AB9905D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10CBC7E7-5C79-E585-350B-5BF5AEF2D0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835" y="828040"/>
            <a:ext cx="3360405" cy="156895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C419EF-204C-0EDA-48AF-62F3E22679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835" y="2781128"/>
            <a:ext cx="5594986" cy="3154495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81586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EF66BF9-1205-4921-9848-E01F172B1E41}"/>
              </a:ext>
            </a:extLst>
          </p:cNvPr>
          <p:cNvSpPr/>
          <p:nvPr/>
        </p:nvSpPr>
        <p:spPr>
          <a:xfrm>
            <a:off x="161745" y="641132"/>
            <a:ext cx="207692" cy="59908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row: Right 5">
            <a:extLst>
              <a:ext uri="{FF2B5EF4-FFF2-40B4-BE49-F238E27FC236}">
                <a16:creationId xmlns:a16="http://schemas.microsoft.com/office/drawing/2014/main" id="{37D7CF4F-FF2A-4394-89CF-6DD9FAFE9EDE}"/>
              </a:ext>
            </a:extLst>
          </p:cNvPr>
          <p:cNvSpPr/>
          <p:nvPr/>
        </p:nvSpPr>
        <p:spPr>
          <a:xfrm>
            <a:off x="282327" y="740052"/>
            <a:ext cx="143481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new project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340E3-E6E7-40FD-BFE9-9758DA67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45" y="185083"/>
            <a:ext cx="1352165" cy="369332"/>
          </a:xfr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ysClr val="windowText" lastClr="000000"/>
                </a:solidFill>
                <a:latin typeface="Calibri Light" panose="020F0302020204030204"/>
              </a:rPr>
              <a:t>Z. template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41A7F36-A6A2-4B0F-BFF3-546E7A3EE687}"/>
              </a:ext>
            </a:extLst>
          </p:cNvPr>
          <p:cNvSpPr/>
          <p:nvPr/>
        </p:nvSpPr>
        <p:spPr>
          <a:xfrm>
            <a:off x="3990477" y="641131"/>
            <a:ext cx="251307" cy="3081938"/>
          </a:xfrm>
          <a:prstGeom prst="roundRect">
            <a:avLst/>
          </a:prstGeom>
          <a:solidFill>
            <a:schemeClr val="tx1"/>
          </a:solidFill>
          <a:ln w="25400">
            <a:solidFill>
              <a:schemeClr val="accent6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eta para a Direita 19">
            <a:extLst>
              <a:ext uri="{FF2B5EF4-FFF2-40B4-BE49-F238E27FC236}">
                <a16:creationId xmlns:a16="http://schemas.microsoft.com/office/drawing/2014/main" id="{ECA516AD-C913-468A-98D2-3DA2573FC6F1}"/>
              </a:ext>
            </a:extLst>
          </p:cNvPr>
          <p:cNvSpPr/>
          <p:nvPr/>
        </p:nvSpPr>
        <p:spPr>
          <a:xfrm flipH="1">
            <a:off x="297492" y="1258802"/>
            <a:ext cx="1490957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>
            <a:solidFill>
              <a:schemeClr val="accent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ExecuteAsync</a:t>
            </a:r>
          </a:p>
        </p:txBody>
      </p:sp>
      <p:sp>
        <p:nvSpPr>
          <p:cNvPr id="39" name="Explosion: 14 Points 38">
            <a:extLst>
              <a:ext uri="{FF2B5EF4-FFF2-40B4-BE49-F238E27FC236}">
                <a16:creationId xmlns:a16="http://schemas.microsoft.com/office/drawing/2014/main" id="{726CC03A-7D6C-46EA-92A0-86DDE1A0107D}"/>
              </a:ext>
            </a:extLst>
          </p:cNvPr>
          <p:cNvSpPr/>
          <p:nvPr/>
        </p:nvSpPr>
        <p:spPr>
          <a:xfrm>
            <a:off x="328733" y="6044547"/>
            <a:ext cx="1625594" cy="622578"/>
          </a:xfrm>
          <a:prstGeom prst="irregularSeal2">
            <a:avLst/>
          </a:prstGeom>
          <a:solidFill>
            <a:schemeClr val="tx1"/>
          </a:solidFill>
          <a:ln>
            <a:solidFill>
              <a:srgbClr val="FF0000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success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41003E8-A938-463D-86F0-FCED56AC68C0}"/>
              </a:ext>
            </a:extLst>
          </p:cNvPr>
          <p:cNvSpPr/>
          <p:nvPr/>
        </p:nvSpPr>
        <p:spPr>
          <a:xfrm>
            <a:off x="283909" y="4930886"/>
            <a:ext cx="495300" cy="46522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FA1939-92C3-48AC-93EE-5C93B552D70D}"/>
              </a:ext>
            </a:extLst>
          </p:cNvPr>
          <p:cNvSpPr txBox="1"/>
          <p:nvPr/>
        </p:nvSpPr>
        <p:spPr>
          <a:xfrm>
            <a:off x="826994" y="4729870"/>
            <a:ext cx="598241" cy="769441"/>
          </a:xfrm>
          <a:prstGeom prst="rect">
            <a:avLst/>
          </a:prstGeom>
          <a:noFill/>
          <a:effectLst>
            <a:outerShdw blurRad="50800" dist="88900" dir="2700000" algn="tl" rotWithShape="0">
              <a:schemeClr val="bg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400" b="1" i="0" u="none" strike="noStrike" kern="1200" cap="none" spc="0" normalizeH="0" baseline="0" noProof="0" dirty="0">
                <a:ln>
                  <a:noFill/>
                </a:ln>
                <a:solidFill>
                  <a:srgbClr val="0645A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⊂</a:t>
            </a:r>
            <a:endParaRPr kumimoji="0" lang="pt-PT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79007EFE-5D7A-41BC-9914-0012C2E39275}"/>
              </a:ext>
            </a:extLst>
          </p:cNvPr>
          <p:cNvSpPr/>
          <p:nvPr/>
        </p:nvSpPr>
        <p:spPr>
          <a:xfrm>
            <a:off x="2157928" y="1244459"/>
            <a:ext cx="1430895" cy="288147"/>
          </a:xfrm>
          <a:prstGeom prst="wedgeRectCallout">
            <a:avLst/>
          </a:prstGeom>
          <a:solidFill>
            <a:schemeClr val="tx1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tIns="36000" rIns="36000" bIns="36000" rtlCol="0" anchor="t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square post-it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173AA0-1DC6-4E8A-8BC2-7BC8E1E52403}"/>
              </a:ext>
            </a:extLst>
          </p:cNvPr>
          <p:cNvSpPr txBox="1"/>
          <p:nvPr/>
        </p:nvSpPr>
        <p:spPr>
          <a:xfrm>
            <a:off x="596511" y="1816814"/>
            <a:ext cx="2825197" cy="95410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rtlCol="0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slash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followed </a:t>
            </a:r>
          </a:p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by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two consecutive asterisks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45998E-B9E0-450B-B4CB-45822AEF0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781" y="1056976"/>
            <a:ext cx="2819089" cy="1233604"/>
          </a:xfrm>
          <a:prstGeom prst="rect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127000" dir="2700000" algn="tl" rotWithShape="0">
              <a:schemeClr val="bg1">
                <a:alpha val="40000"/>
              </a:scheme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8A7C638-5E21-411A-8DB8-B34B86A5195B}"/>
              </a:ext>
            </a:extLst>
          </p:cNvPr>
          <p:cNvGrpSpPr/>
          <p:nvPr/>
        </p:nvGrpSpPr>
        <p:grpSpPr>
          <a:xfrm>
            <a:off x="261442" y="4179726"/>
            <a:ext cx="1757548" cy="289586"/>
            <a:chOff x="5881666" y="1590687"/>
            <a:chExt cx="1757548" cy="289586"/>
          </a:xfrm>
        </p:grpSpPr>
        <p:sp>
          <p:nvSpPr>
            <p:cNvPr id="22" name="Retângulo 5">
              <a:extLst>
                <a:ext uri="{FF2B5EF4-FFF2-40B4-BE49-F238E27FC236}">
                  <a16:creationId xmlns:a16="http://schemas.microsoft.com/office/drawing/2014/main" id="{D6D9B7B9-E922-474A-9604-497F2E4C0AAE}"/>
                </a:ext>
              </a:extLst>
            </p:cNvPr>
            <p:cNvSpPr/>
            <p:nvPr/>
          </p:nvSpPr>
          <p:spPr>
            <a:xfrm>
              <a:off x="6081095" y="1603274"/>
              <a:ext cx="15581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entity framework plus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24B73C90-D5FA-44E4-A9BA-5A25A7089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A5372C-BF23-4DD1-B84D-A97DCF885AD8}"/>
              </a:ext>
            </a:extLst>
          </p:cNvPr>
          <p:cNvGrpSpPr/>
          <p:nvPr/>
        </p:nvGrpSpPr>
        <p:grpSpPr>
          <a:xfrm>
            <a:off x="238309" y="3772837"/>
            <a:ext cx="1452384" cy="283293"/>
            <a:chOff x="5611636" y="5954426"/>
            <a:chExt cx="1452385" cy="283293"/>
          </a:xfrm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C14A7DDB-9D0A-42FA-8AE2-ECECEE19F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29" name="Retângulo 5">
              <a:extLst>
                <a:ext uri="{FF2B5EF4-FFF2-40B4-BE49-F238E27FC236}">
                  <a16:creationId xmlns:a16="http://schemas.microsoft.com/office/drawing/2014/main" id="{2C3464DC-863E-4361-935F-522237E7A133}"/>
                </a:ext>
              </a:extLst>
            </p:cNvPr>
            <p:cNvSpPr/>
            <p:nvPr/>
          </p:nvSpPr>
          <p:spPr>
            <a:xfrm>
              <a:off x="6107411" y="5954426"/>
              <a:ext cx="956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 action="ppaction://hlinkpres?slideindex=1&amp;slidetitle="/>
                </a:rPr>
                <a:t>introduction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DBE82E-A82D-4677-8A19-683B4B93F017}"/>
              </a:ext>
            </a:extLst>
          </p:cNvPr>
          <p:cNvGrpSpPr/>
          <p:nvPr/>
        </p:nvGrpSpPr>
        <p:grpSpPr>
          <a:xfrm>
            <a:off x="304221" y="3307233"/>
            <a:ext cx="1355442" cy="330654"/>
            <a:chOff x="421365" y="4900305"/>
            <a:chExt cx="1355443" cy="330654"/>
          </a:xfrm>
        </p:grpSpPr>
        <p:sp>
          <p:nvSpPr>
            <p:cNvPr id="32" name="Retângulo 5">
              <a:extLst>
                <a:ext uri="{FF2B5EF4-FFF2-40B4-BE49-F238E27FC236}">
                  <a16:creationId xmlns:a16="http://schemas.microsoft.com/office/drawing/2014/main" id="{6A7CEFA0-0CCF-4F88-9B65-C6508FBF8450}"/>
                </a:ext>
              </a:extLst>
            </p:cNvPr>
            <p:cNvSpPr/>
            <p:nvPr/>
          </p:nvSpPr>
          <p:spPr>
            <a:xfrm>
              <a:off x="702474" y="4953960"/>
              <a:ext cx="10743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7" action="ppaction://hlinkpres?slideindex=1&amp;slidetitle="/>
                </a:rPr>
                <a:t>functionalities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CEB76E67-591A-4CE5-8666-F4DF923D5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1365" y="4900305"/>
              <a:ext cx="276999" cy="27699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9B9DD3-97AA-4CD5-8C66-FFB990370CCC}"/>
              </a:ext>
            </a:extLst>
          </p:cNvPr>
          <p:cNvGrpSpPr/>
          <p:nvPr/>
        </p:nvGrpSpPr>
        <p:grpSpPr>
          <a:xfrm>
            <a:off x="290665" y="2916452"/>
            <a:ext cx="3350796" cy="299662"/>
            <a:chOff x="1643297" y="4045816"/>
            <a:chExt cx="3350796" cy="299662"/>
          </a:xfrm>
        </p:grpSpPr>
        <p:sp>
          <p:nvSpPr>
            <p:cNvPr id="35" name="CaixaDeTexto 17">
              <a:hlinkClick r:id="rId10" action="ppaction://program"/>
              <a:extLst>
                <a:ext uri="{FF2B5EF4-FFF2-40B4-BE49-F238E27FC236}">
                  <a16:creationId xmlns:a16="http://schemas.microsoft.com/office/drawing/2014/main" id="{C4FEBFE7-3F98-4DDB-B986-E3F0FBEC1A0E}"/>
                </a:ext>
              </a:extLst>
            </p:cNvPr>
            <p:cNvSpPr txBox="1"/>
            <p:nvPr/>
          </p:nvSpPr>
          <p:spPr>
            <a:xfrm>
              <a:off x="1980063" y="4103314"/>
              <a:ext cx="3014030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1" action="ppaction://hlinkfile"/>
                </a:rPr>
                <a:t>D:\A1_research\C2_c0dice\B1_jmeter\A1_install</a:t>
              </a:r>
              <a:endPara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pic>
          <p:nvPicPr>
            <p:cNvPr id="37" name="Imagem 18">
              <a:hlinkClick r:id="rId10" action="ppaction://program"/>
              <a:extLst>
                <a:ext uri="{FF2B5EF4-FFF2-40B4-BE49-F238E27FC236}">
                  <a16:creationId xmlns:a16="http://schemas.microsoft.com/office/drawing/2014/main" id="{9DA85EDB-3BB2-4480-9EAC-60E04204F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24" name="Texto Explicativo 1 23"/>
          <p:cNvSpPr/>
          <p:nvPr/>
        </p:nvSpPr>
        <p:spPr>
          <a:xfrm flipH="1">
            <a:off x="321498" y="5499311"/>
            <a:ext cx="1682631" cy="442035"/>
          </a:xfrm>
          <a:prstGeom prst="borderCallout1">
            <a:avLst>
              <a:gd name="adj1" fmla="val 57951"/>
              <a:gd name="adj2" fmla="val -2146"/>
              <a:gd name="adj3" fmla="val -108706"/>
              <a:gd name="adj4" fmla="val -25813"/>
            </a:avLst>
          </a:prstGeom>
          <a:solidFill>
            <a:schemeClr val="tx1"/>
          </a:solidFill>
          <a:ln w="25400">
            <a:solidFill>
              <a:schemeClr val="tx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key-frame</a:t>
            </a:r>
          </a:p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defines the operation </a:t>
            </a:r>
          </a:p>
        </p:txBody>
      </p:sp>
      <p:cxnSp>
        <p:nvCxnSpPr>
          <p:cNvPr id="26" name="Conector Angulado 25"/>
          <p:cNvCxnSpPr>
            <a:stCxn id="3" idx="1"/>
          </p:cNvCxnSpPr>
          <p:nvPr/>
        </p:nvCxnSpPr>
        <p:spPr>
          <a:xfrm rot="10800000" flipH="1">
            <a:off x="3949147" y="3636580"/>
            <a:ext cx="3460441" cy="742678"/>
          </a:xfrm>
          <a:prstGeom prst="bentConnector3">
            <a:avLst>
              <a:gd name="adj1" fmla="val 32839"/>
            </a:avLst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4222781" y="2693963"/>
            <a:ext cx="2047445" cy="444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F6BD38D4-616B-4E52-AF29-D8B40FBECD17}"/>
              </a:ext>
            </a:extLst>
          </p:cNvPr>
          <p:cNvSpPr/>
          <p:nvPr/>
        </p:nvSpPr>
        <p:spPr>
          <a:xfrm>
            <a:off x="913160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15AAAA5B-560F-4C04-8412-8AC4C406E504}"/>
              </a:ext>
            </a:extLst>
          </p:cNvPr>
          <p:cNvSpPr/>
          <p:nvPr/>
        </p:nvSpPr>
        <p:spPr>
          <a:xfrm>
            <a:off x="8424446" y="1351608"/>
            <a:ext cx="412540" cy="246221"/>
          </a:xfrm>
          <a:prstGeom prst="wedgeRectCallout">
            <a:avLst>
              <a:gd name="adj1" fmla="val 50293"/>
              <a:gd name="adj2" fmla="val 102854"/>
            </a:avLst>
          </a:prstGeom>
          <a:solidFill>
            <a:schemeClr val="tx1"/>
          </a:solidFill>
          <a:ln w="127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0" rIns="36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why</a:t>
            </a: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FB1F092E-1B0D-4BB5-806F-AA343368C3AF}"/>
              </a:ext>
            </a:extLst>
          </p:cNvPr>
          <p:cNvSpPr/>
          <p:nvPr/>
        </p:nvSpPr>
        <p:spPr>
          <a:xfrm>
            <a:off x="1032501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284B9F-C4D8-A57A-BF8B-CF836910A207}"/>
              </a:ext>
            </a:extLst>
          </p:cNvPr>
          <p:cNvGrpSpPr/>
          <p:nvPr/>
        </p:nvGrpSpPr>
        <p:grpSpPr>
          <a:xfrm>
            <a:off x="1797877" y="3763539"/>
            <a:ext cx="944016" cy="286297"/>
            <a:chOff x="2738297" y="4386269"/>
            <a:chExt cx="944016" cy="2862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5766B8-790D-759C-ADD6-4326FD84D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C32A992-D5D5-61BD-D9A8-230175E6B43D}"/>
                </a:ext>
              </a:extLst>
            </p:cNvPr>
            <p:cNvSpPr/>
            <p:nvPr/>
          </p:nvSpPr>
          <p:spPr>
            <a:xfrm>
              <a:off x="2928581" y="4395567"/>
              <a:ext cx="7537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4" action="ppaction://hlinksldjump"/>
                </a:rPr>
                <a:t>build-exe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416EAEF-D73C-1B4B-6613-895962B3B06F}"/>
              </a:ext>
            </a:extLst>
          </p:cNvPr>
          <p:cNvGrpSpPr/>
          <p:nvPr/>
        </p:nvGrpSpPr>
        <p:grpSpPr>
          <a:xfrm>
            <a:off x="304221" y="4578790"/>
            <a:ext cx="616475" cy="215444"/>
            <a:chOff x="3185324" y="4875184"/>
            <a:chExt cx="616475" cy="215444"/>
          </a:xfrm>
        </p:grpSpPr>
        <p:pic>
          <p:nvPicPr>
            <p:cNvPr id="8" name="Picture 2" descr="Citekeeper Is A Crowdsourced - Play Icon White Png (841x764), Png Download">
              <a:extLst>
                <a:ext uri="{FF2B5EF4-FFF2-40B4-BE49-F238E27FC236}">
                  <a16:creationId xmlns:a16="http://schemas.microsoft.com/office/drawing/2014/main" id="{53F747F5-8112-4BCE-7DCC-A69372F4C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5324" y="4899831"/>
              <a:ext cx="182880" cy="166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13F14E3A-2447-8E89-E7FE-CE197AD1B9F0}"/>
                </a:ext>
              </a:extLst>
            </p:cNvPr>
            <p:cNvSpPr/>
            <p:nvPr/>
          </p:nvSpPr>
          <p:spPr>
            <a:xfrm>
              <a:off x="3304547" y="4875184"/>
              <a:ext cx="49725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6" action="ppaction://hlinkfile"/>
                </a:rPr>
                <a:t>zig help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28F89B6D-FD21-4FB5-B0CE-885E5C11A610}"/>
              </a:ext>
            </a:extLst>
          </p:cNvPr>
          <p:cNvSpPr/>
          <p:nvPr/>
        </p:nvSpPr>
        <p:spPr>
          <a:xfrm>
            <a:off x="3829878" y="4179726"/>
            <a:ext cx="119270" cy="399064"/>
          </a:xfrm>
          <a:prstGeom prst="rightBrac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7384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69953</TotalTime>
  <Words>210</Words>
  <Application>Microsoft Office PowerPoint</Application>
  <PresentationFormat>Widescreen</PresentationFormat>
  <Paragraphs>79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Wingdings</vt:lpstr>
      <vt:lpstr>Tema do Office</vt:lpstr>
      <vt:lpstr>Office Theme</vt:lpstr>
      <vt:lpstr>1. sso</vt:lpstr>
      <vt:lpstr>2. aws user</vt:lpstr>
      <vt:lpstr>3. access key</vt:lpstr>
      <vt:lpstr>4. IamIC</vt:lpstr>
      <vt:lpstr>4.1 capability </vt:lpstr>
      <vt:lpstr>5. IamIC – user</vt:lpstr>
      <vt:lpstr>5.1 MFA</vt:lpstr>
      <vt:lpstr>5.2 account</vt:lpstr>
      <vt:lpstr>5.3 permissions</vt:lpstr>
      <vt:lpstr>5.4 settings</vt:lpstr>
      <vt:lpstr>5.4.1 website</vt:lpstr>
      <vt:lpstr>6. setup</vt:lpstr>
      <vt:lpstr>6.1 configure</vt:lpstr>
      <vt:lpstr>6.2 sign in</vt:lpstr>
      <vt:lpstr>6.3 result</vt:lpstr>
      <vt:lpstr>Z.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Evaristo</dc:creator>
  <cp:lastModifiedBy>Evaristo</cp:lastModifiedBy>
  <cp:revision>1147</cp:revision>
  <dcterms:created xsi:type="dcterms:W3CDTF">2019-03-25T09:18:39Z</dcterms:created>
  <dcterms:modified xsi:type="dcterms:W3CDTF">2024-03-18T12:48:56Z</dcterms:modified>
</cp:coreProperties>
</file>