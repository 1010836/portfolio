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381" r:id="rId3"/>
    <p:sldId id="385" r:id="rId4"/>
    <p:sldId id="383" r:id="rId5"/>
    <p:sldId id="389" r:id="rId6"/>
    <p:sldId id="390" r:id="rId7"/>
    <p:sldId id="392" r:id="rId8"/>
    <p:sldId id="391" r:id="rId9"/>
    <p:sldId id="393" r:id="rId10"/>
    <p:sldId id="394" r:id="rId11"/>
    <p:sldId id="37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26/03/2024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26/03/2024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26/03/2024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aws.amazon.com/cli/latest/reference/" TargetMode="Externa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cli/sso.pptx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aws.amazon.com/cli/latest/userguide/getting-started-install.html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sdkref/latest/guide/access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ws.amazon.com/sdkref/latest/guide/file-format.html" TargetMode="External"/><Relationship Id="rId3" Type="http://schemas.openxmlformats.org/officeDocument/2006/relationships/hyperlink" Target="https://docs.aws.amazon.com/cli/latest/userguide/cli-configure-files.html#cli-configure-files-methods" TargetMode="External"/><Relationship Id="rId7" Type="http://schemas.openxmlformats.org/officeDocument/2006/relationships/hyperlink" Target="../aws.pptx#-1,5,4. key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file:///C:\Windows\explorer.exe%20F:\ides\AZ_vStudio2017" TargetMode="External"/><Relationship Id="rId7" Type="http://schemas.openxmlformats.org/officeDocument/2006/relationships/hyperlink" Target="file:///C:\Users\evaristo.figueiredo\.aws\confi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hyperlink" Target="file:///C:\Users\evaristo.figueiredo\.aws\credentials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cli/latest/userguide/cli-usage-output-format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0.png"/><Relationship Id="rId2" Type="http://schemas.openxmlformats.org/officeDocument/2006/relationships/image" Target="../media/image15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2.png"/><Relationship Id="rId15" Type="http://schemas.openxmlformats.org/officeDocument/2006/relationships/image" Target="../media/image18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7.svg"/><Relationship Id="rId1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82BCC-365A-FBB6-FCA0-03234367E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C8DE-B637-DA28-D7D3-00E258699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46839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cli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8874E5-AB29-781F-76AF-F0A2BF012E7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A3A7E4-A512-55B1-3AD2-0CC470784B6A}"/>
              </a:ext>
            </a:extLst>
          </p:cNvPr>
          <p:cNvGrpSpPr/>
          <p:nvPr/>
        </p:nvGrpSpPr>
        <p:grpSpPr>
          <a:xfrm>
            <a:off x="163991" y="158146"/>
            <a:ext cx="1040044" cy="289586"/>
            <a:chOff x="5881666" y="1590687"/>
            <a:chExt cx="1040044" cy="289586"/>
          </a:xfrm>
        </p:grpSpPr>
        <p:sp>
          <p:nvSpPr>
            <p:cNvPr id="11" name="Retângulo 5">
              <a:extLst>
                <a:ext uri="{FF2B5EF4-FFF2-40B4-BE49-F238E27FC236}">
                  <a16:creationId xmlns:a16="http://schemas.microsoft.com/office/drawing/2014/main" id="{FC8EF2E7-A893-E4D8-860E-C9C9BD5D4360}"/>
                </a:ext>
              </a:extLst>
            </p:cNvPr>
            <p:cNvSpPr/>
            <p:nvPr/>
          </p:nvSpPr>
          <p:spPr>
            <a:xfrm>
              <a:off x="6081095" y="1603274"/>
              <a:ext cx="84061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reference/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A88009A8-3D25-A8B3-E4B1-9D0FB29A3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8398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A0B06E-9C0F-35D1-303D-D2172379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1A49-A63E-2704-D0F0-615CAB2A5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507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1.1 index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19A9CB-0A88-BE1A-9206-9CA169C8CE2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E77CB9F-A9EC-4063-EC20-A9B6A4D19C0B}"/>
              </a:ext>
            </a:extLst>
          </p:cNvPr>
          <p:cNvGrpSpPr/>
          <p:nvPr/>
        </p:nvGrpSpPr>
        <p:grpSpPr>
          <a:xfrm>
            <a:off x="163991" y="225347"/>
            <a:ext cx="884022" cy="283293"/>
            <a:chOff x="5611636" y="5954426"/>
            <a:chExt cx="884023" cy="283293"/>
          </a:xfrm>
        </p:grpSpPr>
        <p:pic>
          <p:nvPicPr>
            <p:cNvPr id="11" name="Picture 10" descr="Icon&#10;&#10;Description automatically generated">
              <a:extLst>
                <a:ext uri="{FF2B5EF4-FFF2-40B4-BE49-F238E27FC236}">
                  <a16:creationId xmlns:a16="http://schemas.microsoft.com/office/drawing/2014/main" id="{F8DA28C0-A90C-00D2-F5DD-85985817B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9C77307C-4131-200D-1CE3-70FB037376B0}"/>
                </a:ext>
              </a:extLst>
            </p:cNvPr>
            <p:cNvSpPr/>
            <p:nvPr/>
          </p:nvSpPr>
          <p:spPr>
            <a:xfrm>
              <a:off x="6107411" y="5954426"/>
              <a:ext cx="38824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sso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61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507C4-1F29-BD9F-2940-77EE4339D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FBF8E-BAB3-D107-1242-963B7C637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7367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install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C48DD9-4706-50A5-FD15-FD00AF83B425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0" name="Arrow: Right 5">
            <a:extLst>
              <a:ext uri="{FF2B5EF4-FFF2-40B4-BE49-F238E27FC236}">
                <a16:creationId xmlns:a16="http://schemas.microsoft.com/office/drawing/2014/main" id="{6C54F147-3903-FAAD-A929-20BFF9CDA179}"/>
              </a:ext>
            </a:extLst>
          </p:cNvPr>
          <p:cNvSpPr/>
          <p:nvPr/>
        </p:nvSpPr>
        <p:spPr>
          <a:xfrm>
            <a:off x="244694" y="1621709"/>
            <a:ext cx="62690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test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DA9D2CC3-07CD-FF88-47C9-00C188BEF92F}"/>
              </a:ext>
            </a:extLst>
          </p:cNvPr>
          <p:cNvSpPr/>
          <p:nvPr/>
        </p:nvSpPr>
        <p:spPr>
          <a:xfrm>
            <a:off x="1027086" y="1641339"/>
            <a:ext cx="1177173" cy="257369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aws --version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9440806-FD67-AB3B-7DFC-1CF8A8FAE753}"/>
              </a:ext>
            </a:extLst>
          </p:cNvPr>
          <p:cNvGrpSpPr/>
          <p:nvPr/>
        </p:nvGrpSpPr>
        <p:grpSpPr>
          <a:xfrm>
            <a:off x="1027086" y="352928"/>
            <a:ext cx="1007086" cy="289586"/>
            <a:chOff x="5881666" y="1590687"/>
            <a:chExt cx="1007086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EB838ADE-E280-EA45-9EA3-927B4E0A205F}"/>
                </a:ext>
              </a:extLst>
            </p:cNvPr>
            <p:cNvSpPr/>
            <p:nvPr/>
          </p:nvSpPr>
          <p:spPr>
            <a:xfrm>
              <a:off x="6081095" y="1603274"/>
              <a:ext cx="8076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download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6" name="Picture 5" descr="Icon&#10;&#10;Description automatically generated">
              <a:extLst>
                <a:ext uri="{FF2B5EF4-FFF2-40B4-BE49-F238E27FC236}">
                  <a16:creationId xmlns:a16="http://schemas.microsoft.com/office/drawing/2014/main" id="{D7832C61-3F18-70DD-1C97-F303E2E12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7" name="Arrow: Right 5">
            <a:extLst>
              <a:ext uri="{FF2B5EF4-FFF2-40B4-BE49-F238E27FC236}">
                <a16:creationId xmlns:a16="http://schemas.microsoft.com/office/drawing/2014/main" id="{E71BEB03-0CAC-6323-5879-F0492AF21BC0}"/>
              </a:ext>
            </a:extLst>
          </p:cNvPr>
          <p:cNvSpPr/>
          <p:nvPr/>
        </p:nvSpPr>
        <p:spPr>
          <a:xfrm>
            <a:off x="222899" y="374458"/>
            <a:ext cx="82086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lvl="0" defTabSz="914369">
              <a:defRPr/>
            </a:pPr>
            <a:r>
              <a:rPr lang="en-US" kern="0" dirty="0">
                <a:solidFill>
                  <a:prstClr val="white"/>
                </a:solidFill>
                <a:latin typeface="Calibri Light" panose="020F0302020204030204"/>
              </a:rPr>
              <a:t>install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sp>
        <p:nvSpPr>
          <p:cNvPr id="14" name="Speech Bubble: Rectangle 13">
            <a:extLst>
              <a:ext uri="{FF2B5EF4-FFF2-40B4-BE49-F238E27FC236}">
                <a16:creationId xmlns:a16="http://schemas.microsoft.com/office/drawing/2014/main" id="{11BCA1A8-C660-00BE-6A4C-B8BB7383B4CE}"/>
              </a:ext>
            </a:extLst>
          </p:cNvPr>
          <p:cNvSpPr/>
          <p:nvPr/>
        </p:nvSpPr>
        <p:spPr>
          <a:xfrm>
            <a:off x="2034172" y="394088"/>
            <a:ext cx="556810" cy="257369"/>
          </a:xfrm>
          <a:prstGeom prst="wedgeRectCallout">
            <a:avLst>
              <a:gd name="adj1" fmla="val 29623"/>
              <a:gd name="adj2" fmla="val 1469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alibri Light" panose="020F0302020204030204"/>
              </a:rPr>
              <a:t>run MSI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2FDD2D2-77CE-9B97-0F22-541A7D35D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086" y="2129428"/>
            <a:ext cx="6687483" cy="638264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29088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BEF85-997F-83F4-0959-39FA79243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CBEAD8-2106-E1BE-0FD3-574C8729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73" y="212380"/>
            <a:ext cx="8317003" cy="110333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2B81111-6B7F-8C8B-9263-FA0DC3D11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8082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setup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EC8FB-7C8A-C1A8-869E-CE231F11117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4" name="Arrow: Right 5">
            <a:extLst>
              <a:ext uri="{FF2B5EF4-FFF2-40B4-BE49-F238E27FC236}">
                <a16:creationId xmlns:a16="http://schemas.microsoft.com/office/drawing/2014/main" id="{D628A41F-B331-74AF-C750-C56626DD6615}"/>
              </a:ext>
            </a:extLst>
          </p:cNvPr>
          <p:cNvSpPr/>
          <p:nvPr/>
        </p:nvSpPr>
        <p:spPr>
          <a:xfrm>
            <a:off x="221014" y="17333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8" name="Retângulo 20">
            <a:extLst>
              <a:ext uri="{FF2B5EF4-FFF2-40B4-BE49-F238E27FC236}">
                <a16:creationId xmlns:a16="http://schemas.microsoft.com/office/drawing/2014/main" id="{CF26B1E0-0620-008A-9F22-410FC6C0D897}"/>
              </a:ext>
            </a:extLst>
          </p:cNvPr>
          <p:cNvSpPr/>
          <p:nvPr/>
        </p:nvSpPr>
        <p:spPr>
          <a:xfrm>
            <a:off x="1076945" y="1180124"/>
            <a:ext cx="746776" cy="13559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E7E48FB2-4052-D86F-DC8A-9C6C41DC597B}"/>
              </a:ext>
            </a:extLst>
          </p:cNvPr>
          <p:cNvSpPr/>
          <p:nvPr/>
        </p:nvSpPr>
        <p:spPr>
          <a:xfrm>
            <a:off x="2509444" y="205516"/>
            <a:ext cx="896647" cy="257369"/>
          </a:xfrm>
          <a:prstGeom prst="wedgeRectCallout">
            <a:avLst>
              <a:gd name="adj1" fmla="val -68541"/>
              <a:gd name="adj2" fmla="val 47036"/>
            </a:avLst>
          </a:prstGeom>
          <a:solidFill>
            <a:sysClr val="windowText" lastClr="000000"/>
          </a:solidFill>
          <a:ln>
            <a:solidFill>
              <a:srgbClr val="ED7D31">
                <a:lumMod val="75000"/>
              </a:srgbClr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no access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C51C34-7A99-3CF8-93E8-BE374F84893B}"/>
              </a:ext>
            </a:extLst>
          </p:cNvPr>
          <p:cNvGrpSpPr/>
          <p:nvPr/>
        </p:nvGrpSpPr>
        <p:grpSpPr>
          <a:xfrm>
            <a:off x="7377591" y="1405107"/>
            <a:ext cx="2009540" cy="289586"/>
            <a:chOff x="5881666" y="1590687"/>
            <a:chExt cx="2009540" cy="289586"/>
          </a:xfrm>
        </p:grpSpPr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8836781C-A900-D39D-A3A6-CC80FE8AFEFC}"/>
                </a:ext>
              </a:extLst>
            </p:cNvPr>
            <p:cNvSpPr/>
            <p:nvPr/>
          </p:nvSpPr>
          <p:spPr>
            <a:xfrm>
              <a:off x="6081095" y="1603274"/>
              <a:ext cx="18101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authentication and access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3" name="Picture 12" descr="Icon&#10;&#10;Description automatically generated">
              <a:extLst>
                <a:ext uri="{FF2B5EF4-FFF2-40B4-BE49-F238E27FC236}">
                  <a16:creationId xmlns:a16="http://schemas.microsoft.com/office/drawing/2014/main" id="{3DE05CC1-E2C1-199F-3617-83CB6A4F46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19" name="Arrow: Right 5">
            <a:extLst>
              <a:ext uri="{FF2B5EF4-FFF2-40B4-BE49-F238E27FC236}">
                <a16:creationId xmlns:a16="http://schemas.microsoft.com/office/drawing/2014/main" id="{360C4C37-0A26-960F-1AE1-F3ECE4480100}"/>
              </a:ext>
            </a:extLst>
          </p:cNvPr>
          <p:cNvSpPr/>
          <p:nvPr/>
        </p:nvSpPr>
        <p:spPr>
          <a:xfrm>
            <a:off x="221013" y="184465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2292592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2C4DB-5CAD-4E53-7A54-9F3E79170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EB857F7-B395-AADD-E86B-FC0457911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344" y="225853"/>
            <a:ext cx="6826096" cy="196152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1C88BE-487C-8338-32BE-392B5917C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96107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4.1 configure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8E8871-FC68-1939-EC09-B9BFA7F767C3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C4004C9-B4AD-BDDE-E607-2328E545DCF8}"/>
              </a:ext>
            </a:extLst>
          </p:cNvPr>
          <p:cNvGrpSpPr/>
          <p:nvPr/>
        </p:nvGrpSpPr>
        <p:grpSpPr>
          <a:xfrm>
            <a:off x="5957114" y="2298609"/>
            <a:ext cx="2055771" cy="289586"/>
            <a:chOff x="5881666" y="1590687"/>
            <a:chExt cx="2055771" cy="289586"/>
          </a:xfrm>
        </p:grpSpPr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CA62C40E-8A6A-D4DE-3D70-71017C2E6C24}"/>
                </a:ext>
              </a:extLst>
            </p:cNvPr>
            <p:cNvSpPr/>
            <p:nvPr/>
          </p:nvSpPr>
          <p:spPr>
            <a:xfrm>
              <a:off x="6081095" y="1603274"/>
              <a:ext cx="185634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cli-configure-files-methods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12" name="Picture 11" descr="Icon&#10;&#10;Description automatically generated">
              <a:extLst>
                <a:ext uri="{FF2B5EF4-FFF2-40B4-BE49-F238E27FC236}">
                  <a16:creationId xmlns:a16="http://schemas.microsoft.com/office/drawing/2014/main" id="{177ED28E-0F48-5127-1F99-8D2A423660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76D484E8-E1E5-B318-2E02-5BA83331AD1D}"/>
              </a:ext>
            </a:extLst>
          </p:cNvPr>
          <p:cNvSpPr/>
          <p:nvPr/>
        </p:nvSpPr>
        <p:spPr>
          <a:xfrm>
            <a:off x="1369575" y="2640098"/>
            <a:ext cx="1177173" cy="257369"/>
          </a:xfrm>
          <a:prstGeom prst="wedgeRectCallout">
            <a:avLst>
              <a:gd name="adj1" fmla="val 12526"/>
              <a:gd name="adj2" fmla="val -428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aws configure</a:t>
            </a:r>
          </a:p>
        </p:txBody>
      </p:sp>
      <p:sp>
        <p:nvSpPr>
          <p:cNvPr id="8" name="Arrow: Right 5">
            <a:extLst>
              <a:ext uri="{FF2B5EF4-FFF2-40B4-BE49-F238E27FC236}">
                <a16:creationId xmlns:a16="http://schemas.microsoft.com/office/drawing/2014/main" id="{7B853A47-894C-C064-D748-CD85EA4D8D32}"/>
              </a:ext>
            </a:extLst>
          </p:cNvPr>
          <p:cNvSpPr/>
          <p:nvPr/>
        </p:nvSpPr>
        <p:spPr>
          <a:xfrm>
            <a:off x="221014" y="17333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11" name="Arrow: Right 5">
            <a:extLst>
              <a:ext uri="{FF2B5EF4-FFF2-40B4-BE49-F238E27FC236}">
                <a16:creationId xmlns:a16="http://schemas.microsoft.com/office/drawing/2014/main" id="{F8EE9189-DF13-6161-5057-1A55295AF1D7}"/>
              </a:ext>
            </a:extLst>
          </p:cNvPr>
          <p:cNvSpPr/>
          <p:nvPr/>
        </p:nvSpPr>
        <p:spPr>
          <a:xfrm>
            <a:off x="163991" y="2620468"/>
            <a:ext cx="120558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command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5CC9E75-7273-9582-526B-D87B84C32E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88" r="1038"/>
          <a:stretch/>
        </p:blipFill>
        <p:spPr>
          <a:xfrm>
            <a:off x="1434707" y="3025107"/>
            <a:ext cx="5475200" cy="970588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6CFECC21-2100-348B-2246-05412FC65BD6}"/>
              </a:ext>
            </a:extLst>
          </p:cNvPr>
          <p:cNvGrpSpPr/>
          <p:nvPr/>
        </p:nvGrpSpPr>
        <p:grpSpPr>
          <a:xfrm>
            <a:off x="5657823" y="4123335"/>
            <a:ext cx="1402475" cy="286297"/>
            <a:chOff x="2738297" y="4386269"/>
            <a:chExt cx="1402475" cy="286297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DB57B5E-2AC0-880D-E292-42E6F2520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39A12C33-1ADE-546F-CAFD-E06394F8C69D}"/>
                </a:ext>
              </a:extLst>
            </p:cNvPr>
            <p:cNvSpPr/>
            <p:nvPr/>
          </p:nvSpPr>
          <p:spPr>
            <a:xfrm>
              <a:off x="2928581" y="4395567"/>
              <a:ext cx="121219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hlinkClick r:id="rId7" action="ppaction://hlinkpres?slideindex=5&amp;slidetitle=4. keys"/>
                </a:rPr>
                <a:t>aws.pptx/4. keys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7EAD57-7F00-BF37-B8A5-FD3C28E3A522}"/>
              </a:ext>
            </a:extLst>
          </p:cNvPr>
          <p:cNvGrpSpPr/>
          <p:nvPr/>
        </p:nvGrpSpPr>
        <p:grpSpPr>
          <a:xfrm>
            <a:off x="1391042" y="5872240"/>
            <a:ext cx="2509677" cy="289586"/>
            <a:chOff x="5881666" y="1590687"/>
            <a:chExt cx="2509677" cy="28958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1EDE4478-CC36-8351-F309-289BB7ED70FF}"/>
                </a:ext>
              </a:extLst>
            </p:cNvPr>
            <p:cNvSpPr/>
            <p:nvPr/>
          </p:nvSpPr>
          <p:spPr>
            <a:xfrm>
              <a:off x="6081095" y="1603274"/>
              <a:ext cx="231024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8"/>
                </a:rPr>
                <a:t>shared config and credentials files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9" name="Picture 8" descr="Icon&#10;&#10;Description automatically generated">
              <a:extLst>
                <a:ext uri="{FF2B5EF4-FFF2-40B4-BE49-F238E27FC236}">
                  <a16:creationId xmlns:a16="http://schemas.microsoft.com/office/drawing/2014/main" id="{FCF455D6-080E-B7C6-03F0-0D57CC450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899A5F9-AA5F-5659-5050-59D9A911F6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1042" y="4693392"/>
            <a:ext cx="2310249" cy="101443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5" name="Arrow: Right 5">
            <a:extLst>
              <a:ext uri="{FF2B5EF4-FFF2-40B4-BE49-F238E27FC236}">
                <a16:creationId xmlns:a16="http://schemas.microsoft.com/office/drawing/2014/main" id="{31FCC26A-1FB8-25B3-22CD-B07ED732E709}"/>
              </a:ext>
            </a:extLst>
          </p:cNvPr>
          <p:cNvSpPr/>
          <p:nvPr/>
        </p:nvSpPr>
        <p:spPr>
          <a:xfrm>
            <a:off x="215914" y="4742129"/>
            <a:ext cx="1175128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78805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B59A20-F0B6-7E09-EBAB-014D5947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A5C6785-8167-F2FB-DE70-9E9A37FD7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21" y="213595"/>
            <a:ext cx="7220660" cy="173755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8E4DA5-D3FE-C281-1EDF-B4E411619B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64312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4.2 result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C62E3A-7A4E-A72C-246A-2FC092882B8F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2572C26-A00C-A668-165B-07A0B949850A}"/>
              </a:ext>
            </a:extLst>
          </p:cNvPr>
          <p:cNvGrpSpPr/>
          <p:nvPr/>
        </p:nvGrpSpPr>
        <p:grpSpPr>
          <a:xfrm>
            <a:off x="5038110" y="2092012"/>
            <a:ext cx="3121439" cy="299662"/>
            <a:chOff x="1643297" y="4045816"/>
            <a:chExt cx="3121439" cy="299662"/>
          </a:xfrm>
        </p:grpSpPr>
        <p:sp>
          <p:nvSpPr>
            <p:cNvPr id="6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EEA4792E-3D58-ED28-CFFD-AE5356076060}"/>
                </a:ext>
              </a:extLst>
            </p:cNvPr>
            <p:cNvSpPr txBox="1"/>
            <p:nvPr/>
          </p:nvSpPr>
          <p:spPr>
            <a:xfrm>
              <a:off x="1980063" y="4103314"/>
              <a:ext cx="278467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pt-PT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4" action="ppaction://hlinkfile"/>
                </a:rPr>
                <a:t>C:\Users\evaristo.figueiredo\.aws\credentials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9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59D62085-3290-4BDA-C15B-AF8ADA18AF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8" name="Arrow: Right 5">
            <a:extLst>
              <a:ext uri="{FF2B5EF4-FFF2-40B4-BE49-F238E27FC236}">
                <a16:creationId xmlns:a16="http://schemas.microsoft.com/office/drawing/2014/main" id="{96C8093F-7FAA-6AB8-2F46-FFB2512AC685}"/>
              </a:ext>
            </a:extLst>
          </p:cNvPr>
          <p:cNvSpPr/>
          <p:nvPr/>
        </p:nvSpPr>
        <p:spPr>
          <a:xfrm>
            <a:off x="221014" y="17333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C6D556-8521-1315-BE5A-CF62537DC7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19" y="2515570"/>
            <a:ext cx="3847753" cy="1609061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510FDA7F-791F-6764-9365-DB5F088993D1}"/>
              </a:ext>
            </a:extLst>
          </p:cNvPr>
          <p:cNvGrpSpPr/>
          <p:nvPr/>
        </p:nvGrpSpPr>
        <p:grpSpPr>
          <a:xfrm>
            <a:off x="1958480" y="4222736"/>
            <a:ext cx="2821549" cy="299662"/>
            <a:chOff x="1643297" y="4045816"/>
            <a:chExt cx="2821549" cy="299662"/>
          </a:xfrm>
        </p:grpSpPr>
        <p:sp>
          <p:nvSpPr>
            <p:cNvPr id="23" name="CaixaDeTexto 17">
              <a:hlinkClick r:id="rId3" action="ppaction://program"/>
              <a:extLst>
                <a:ext uri="{FF2B5EF4-FFF2-40B4-BE49-F238E27FC236}">
                  <a16:creationId xmlns:a16="http://schemas.microsoft.com/office/drawing/2014/main" id="{ADEE2EAE-D406-9207-C2C5-00E32679FCFE}"/>
                </a:ext>
              </a:extLst>
            </p:cNvPr>
            <p:cNvSpPr txBox="1"/>
            <p:nvPr/>
          </p:nvSpPr>
          <p:spPr>
            <a:xfrm>
              <a:off x="1980063" y="4103314"/>
              <a:ext cx="2484783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defTabSz="914369">
                <a:defRPr/>
              </a:pPr>
              <a:r>
                <a:rPr lang="pt-PT" sz="1200" u="sng" dirty="0">
                  <a:solidFill>
                    <a:srgbClr val="4472C4">
                      <a:lumMod val="50000"/>
                    </a:srgbClr>
                  </a:solidFill>
                  <a:latin typeface="Calibri Light" panose="020F0302020204030204"/>
                  <a:hlinkClick r:id="rId7" action="ppaction://hlinkfile"/>
                </a:rPr>
                <a:t>C:\Users\evaristo.figueiredo\.aws\config</a:t>
              </a:r>
              <a:endParaRPr lang="en-US" sz="1200" u="sng" dirty="0">
                <a:solidFill>
                  <a:srgbClr val="4472C4">
                    <a:lumMod val="50000"/>
                  </a:srgbClr>
                </a:solidFill>
                <a:latin typeface="Calibri Light" panose="020F0302020204030204"/>
              </a:endParaRPr>
            </a:p>
          </p:txBody>
        </p:sp>
        <p:pic>
          <p:nvPicPr>
            <p:cNvPr id="24" name="Imagem 18">
              <a:hlinkClick r:id="rId3" action="ppaction://program"/>
              <a:extLst>
                <a:ext uri="{FF2B5EF4-FFF2-40B4-BE49-F238E27FC236}">
                  <a16:creationId xmlns:a16="http://schemas.microsoft.com/office/drawing/2014/main" id="{BC9F3000-2DC6-E797-B069-C8E6483889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70971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C944A-E0AD-F553-2059-7DC55CF22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3815-2D80-50F4-5375-BD549424D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58997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4.3 list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49F24C-6BA9-E5BC-7AA3-9EC425C2649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19FF2439-B01A-2C89-3219-75E0596F5ECC}"/>
              </a:ext>
            </a:extLst>
          </p:cNvPr>
          <p:cNvSpPr/>
          <p:nvPr/>
        </p:nvSpPr>
        <p:spPr>
          <a:xfrm>
            <a:off x="1392466" y="245903"/>
            <a:ext cx="1601968" cy="257369"/>
          </a:xfrm>
          <a:prstGeom prst="wedgeRectCallout">
            <a:avLst>
              <a:gd name="adj1" fmla="val 12526"/>
              <a:gd name="adj2" fmla="val -428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R="0" lvl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</a:rPr>
              <a:t>aws configure list</a:t>
            </a:r>
          </a:p>
        </p:txBody>
      </p:sp>
      <p:sp>
        <p:nvSpPr>
          <p:cNvPr id="11" name="Arrow: Right 5">
            <a:extLst>
              <a:ext uri="{FF2B5EF4-FFF2-40B4-BE49-F238E27FC236}">
                <a16:creationId xmlns:a16="http://schemas.microsoft.com/office/drawing/2014/main" id="{F783D68A-4043-AA45-8C5C-04A6F92CD229}"/>
              </a:ext>
            </a:extLst>
          </p:cNvPr>
          <p:cNvSpPr/>
          <p:nvPr/>
        </p:nvSpPr>
        <p:spPr>
          <a:xfrm>
            <a:off x="186882" y="226273"/>
            <a:ext cx="120558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command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529786-340F-C7D3-E107-90B9CFA89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70" y="843736"/>
            <a:ext cx="4302392" cy="106712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2010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0222F1-C8E7-14C1-2285-F62484897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9A42E-9A57-F2A3-3347-D6FC8C313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47806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4.5 test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8093B4-89FE-B465-38A6-692C46EC98B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EB46538-ADBB-674C-F193-CA76106F3937}"/>
              </a:ext>
            </a:extLst>
          </p:cNvPr>
          <p:cNvSpPr/>
          <p:nvPr/>
        </p:nvSpPr>
        <p:spPr>
          <a:xfrm>
            <a:off x="1392466" y="245903"/>
            <a:ext cx="2706437" cy="257369"/>
          </a:xfrm>
          <a:prstGeom prst="wedgeRectCallout">
            <a:avLst>
              <a:gd name="adj1" fmla="val 12526"/>
              <a:gd name="adj2" fmla="val -428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aws -–profile efigueiredo s3 ls</a:t>
            </a:r>
          </a:p>
        </p:txBody>
      </p:sp>
      <p:sp>
        <p:nvSpPr>
          <p:cNvPr id="11" name="Arrow: Right 5">
            <a:extLst>
              <a:ext uri="{FF2B5EF4-FFF2-40B4-BE49-F238E27FC236}">
                <a16:creationId xmlns:a16="http://schemas.microsoft.com/office/drawing/2014/main" id="{7FA5E2DB-021C-BB68-79D1-A6A0C7CFE80B}"/>
              </a:ext>
            </a:extLst>
          </p:cNvPr>
          <p:cNvSpPr/>
          <p:nvPr/>
        </p:nvSpPr>
        <p:spPr>
          <a:xfrm>
            <a:off x="186882" y="226273"/>
            <a:ext cx="120558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command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F9EBF9-73F4-3E8F-A82E-3B5C90BA3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57" y="850607"/>
            <a:ext cx="7335274" cy="2476846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0317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8AF13-BD7C-0A7E-6C6F-F5390544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F818B90-257E-7A68-5052-0ACBDF6F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44" y="686063"/>
            <a:ext cx="8236223" cy="232637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AA519-E154-A137-098B-09F09ECF1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3708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4.6 output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594641-858E-87AC-9E01-89F576353E90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A3C04B27-9534-1942-3848-FC65E69E9149}"/>
              </a:ext>
            </a:extLst>
          </p:cNvPr>
          <p:cNvSpPr/>
          <p:nvPr/>
        </p:nvSpPr>
        <p:spPr>
          <a:xfrm>
            <a:off x="1392466" y="245903"/>
            <a:ext cx="2366601" cy="257369"/>
          </a:xfrm>
          <a:prstGeom prst="wedgeRectCallout">
            <a:avLst>
              <a:gd name="adj1" fmla="val 12526"/>
              <a:gd name="adj2" fmla="val -4284"/>
            </a:avLst>
          </a:prstGeom>
          <a:solidFill>
            <a:sysClr val="windowText" lastClr="000000"/>
          </a:solidFill>
          <a:ln>
            <a:solidFill>
              <a:srgbClr val="5B9BD5"/>
            </a:solidFill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lvl="0" defTabSz="914369">
              <a:defRPr/>
            </a:pPr>
            <a:r>
              <a:rPr lang="en-US" sz="1200" kern="0" dirty="0">
                <a:solidFill>
                  <a:prstClr val="white"/>
                </a:solidFill>
                <a:latin typeface="Consolas" panose="020B0609020204030204" pitchFamily="49" charset="0"/>
              </a:rPr>
              <a:t>SET AWS_DEFAULT_OUTPUT=yaml</a:t>
            </a:r>
          </a:p>
        </p:txBody>
      </p:sp>
      <p:sp>
        <p:nvSpPr>
          <p:cNvPr id="11" name="Arrow: Right 5">
            <a:extLst>
              <a:ext uri="{FF2B5EF4-FFF2-40B4-BE49-F238E27FC236}">
                <a16:creationId xmlns:a16="http://schemas.microsoft.com/office/drawing/2014/main" id="{79922A34-594A-F624-39F1-5ADCB61F862F}"/>
              </a:ext>
            </a:extLst>
          </p:cNvPr>
          <p:cNvSpPr/>
          <p:nvPr/>
        </p:nvSpPr>
        <p:spPr>
          <a:xfrm>
            <a:off x="186882" y="226273"/>
            <a:ext cx="120558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command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3A7C34-1584-94F0-6151-B5886C1CC997}"/>
              </a:ext>
            </a:extLst>
          </p:cNvPr>
          <p:cNvGrpSpPr/>
          <p:nvPr/>
        </p:nvGrpSpPr>
        <p:grpSpPr>
          <a:xfrm>
            <a:off x="6925471" y="3136101"/>
            <a:ext cx="1878094" cy="289586"/>
            <a:chOff x="5881666" y="1590687"/>
            <a:chExt cx="1878094" cy="289586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5BB94B6-0A48-2037-00E1-DBB4DE257482}"/>
                </a:ext>
              </a:extLst>
            </p:cNvPr>
            <p:cNvSpPr/>
            <p:nvPr/>
          </p:nvSpPr>
          <p:spPr>
            <a:xfrm>
              <a:off x="6081095" y="1603274"/>
              <a:ext cx="167866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cli-usage-output-format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56FACEC4-CDA6-9092-F27A-1C1486899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6582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69968</TotalTime>
  <Words>154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cli</vt:lpstr>
      <vt:lpstr>1.1 index</vt:lpstr>
      <vt:lpstr>2. install</vt:lpstr>
      <vt:lpstr>3. setup</vt:lpstr>
      <vt:lpstr>4.1 configure</vt:lpstr>
      <vt:lpstr>4.2 result</vt:lpstr>
      <vt:lpstr>4.3 list</vt:lpstr>
      <vt:lpstr>4.5 test</vt:lpstr>
      <vt:lpstr>4.6 output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1146</cp:revision>
  <dcterms:created xsi:type="dcterms:W3CDTF">2019-03-25T09:18:39Z</dcterms:created>
  <dcterms:modified xsi:type="dcterms:W3CDTF">2024-03-26T13:48:06Z</dcterms:modified>
</cp:coreProperties>
</file>