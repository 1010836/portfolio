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9" r:id="rId3"/>
    <p:sldId id="388" r:id="rId4"/>
    <p:sldId id="380" r:id="rId5"/>
    <p:sldId id="389" r:id="rId6"/>
    <p:sldId id="390" r:id="rId7"/>
    <p:sldId id="377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11" d="100"/>
          <a:sy n="111" d="100"/>
        </p:scale>
        <p:origin x="96" y="11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18/03/2024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ws/cli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aws/cli/sso.pptx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indows\explorer.exe%20F:\ides\AZ_vStudio201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hyperlink" Target="aws/efigueiredo@cegid.com_accessKeys.csv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0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8.svg"/><Relationship Id="rId1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7195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aws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E852A-EC62-5B2C-D614-5510ED9F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5FEA-B258-D913-6B8C-45877D243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507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DF28B-52A6-DC3C-F9FE-209B1844152E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D0AF6-0A8F-0A86-9DDE-B31A7EB93B27}"/>
              </a:ext>
            </a:extLst>
          </p:cNvPr>
          <p:cNvGrpSpPr/>
          <p:nvPr/>
        </p:nvGrpSpPr>
        <p:grpSpPr>
          <a:xfrm>
            <a:off x="163988" y="232077"/>
            <a:ext cx="816696" cy="283293"/>
            <a:chOff x="5611636" y="5954426"/>
            <a:chExt cx="816697" cy="283293"/>
          </a:xfrm>
        </p:grpSpPr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99F3BED5-8E30-D2F2-AC06-04FA62185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5C07EC90-FB1C-28A1-39D0-F2877DEFB9D5}"/>
                </a:ext>
              </a:extLst>
            </p:cNvPr>
            <p:cNvSpPr/>
            <p:nvPr/>
          </p:nvSpPr>
          <p:spPr>
            <a:xfrm>
              <a:off x="6107411" y="5954426"/>
              <a:ext cx="32092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cli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8E72C9-7F9C-A9E4-C516-54FEBF88C90C}"/>
              </a:ext>
            </a:extLst>
          </p:cNvPr>
          <p:cNvGrpSpPr/>
          <p:nvPr/>
        </p:nvGrpSpPr>
        <p:grpSpPr>
          <a:xfrm>
            <a:off x="470047" y="641302"/>
            <a:ext cx="884022" cy="283293"/>
            <a:chOff x="5611636" y="5954426"/>
            <a:chExt cx="884023" cy="283293"/>
          </a:xfrm>
        </p:grpSpPr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47D9B889-6BE4-137F-3932-B4EADC858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4F13B02E-C710-F178-4AA3-9BBDCDFA6023}"/>
                </a:ext>
              </a:extLst>
            </p:cNvPr>
            <p:cNvSpPr/>
            <p:nvPr/>
          </p:nvSpPr>
          <p:spPr>
            <a:xfrm>
              <a:off x="6107411" y="5954426"/>
              <a:ext cx="38824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sso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419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DF682-7328-3021-E312-D1728ED7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B37C-9FA8-2682-AAB7-A4297765B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1130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credentials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92E8A-9D79-0DA2-D94E-31507356715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FBEF47A6-73A3-6F85-45FF-87B15EF44291}"/>
              </a:ext>
            </a:extLst>
          </p:cNvPr>
          <p:cNvSpPr/>
          <p:nvPr/>
        </p:nvSpPr>
        <p:spPr>
          <a:xfrm>
            <a:off x="201047" y="211732"/>
            <a:ext cx="1314589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kern="0" dirty="0">
                <a:solidFill>
                  <a:prstClr val="white"/>
                </a:solidFill>
                <a:latin typeface="Calibri Light" panose="020F0302020204030204"/>
              </a:rPr>
              <a:t>account ID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98CC0EF-204E-0348-BC23-8D461ADF615B}"/>
              </a:ext>
            </a:extLst>
          </p:cNvPr>
          <p:cNvSpPr/>
          <p:nvPr/>
        </p:nvSpPr>
        <p:spPr>
          <a:xfrm>
            <a:off x="1515636" y="231362"/>
            <a:ext cx="1015269" cy="257369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211125414460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2BE55835-A54E-1F78-18BF-6AAFAC0913E4}"/>
              </a:ext>
            </a:extLst>
          </p:cNvPr>
          <p:cNvSpPr/>
          <p:nvPr/>
        </p:nvSpPr>
        <p:spPr>
          <a:xfrm>
            <a:off x="201047" y="620949"/>
            <a:ext cx="676593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kern="0" dirty="0">
                <a:solidFill>
                  <a:prstClr val="white"/>
                </a:solidFill>
                <a:latin typeface="Calibri Light" panose="020F0302020204030204"/>
              </a:rPr>
              <a:t>user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5B68E9A5-C885-D959-2A6C-F4A12816E8F2}"/>
              </a:ext>
            </a:extLst>
          </p:cNvPr>
          <p:cNvSpPr/>
          <p:nvPr/>
        </p:nvSpPr>
        <p:spPr>
          <a:xfrm>
            <a:off x="877640" y="640579"/>
            <a:ext cx="1547466" cy="257369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efigueiredo@cegid.com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2" name="Arrow: Right 5">
            <a:extLst>
              <a:ext uri="{FF2B5EF4-FFF2-40B4-BE49-F238E27FC236}">
                <a16:creationId xmlns:a16="http://schemas.microsoft.com/office/drawing/2014/main" id="{A0C31070-79E3-63BA-F7D9-809AB820767A}"/>
              </a:ext>
            </a:extLst>
          </p:cNvPr>
          <p:cNvSpPr/>
          <p:nvPr/>
        </p:nvSpPr>
        <p:spPr>
          <a:xfrm>
            <a:off x="215143" y="1049796"/>
            <a:ext cx="1163906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kern="0" dirty="0">
                <a:solidFill>
                  <a:prstClr val="white"/>
                </a:solidFill>
                <a:latin typeface="Calibri Light" panose="020F0302020204030204"/>
              </a:rPr>
              <a:t>password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DC3ABED9-CDDE-9846-0E30-202D17524812}"/>
              </a:ext>
            </a:extLst>
          </p:cNvPr>
          <p:cNvSpPr/>
          <p:nvPr/>
        </p:nvSpPr>
        <p:spPr>
          <a:xfrm>
            <a:off x="1379049" y="1069426"/>
            <a:ext cx="864587" cy="257369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Emf012109*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0413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59A7A-837F-920F-3961-41F114DD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CF0F-B0E0-40A9-E9D0-DD8B0D13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0305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user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CD7C5-C7FD-3341-B01A-985AC2A34618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E3AA2-D6D6-AB23-45D0-D27C2A931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2" y="314960"/>
            <a:ext cx="7097363" cy="349253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25A3D4F-B014-25E5-0768-02150515E81A}"/>
              </a:ext>
            </a:extLst>
          </p:cNvPr>
          <p:cNvSpPr/>
          <p:nvPr/>
        </p:nvSpPr>
        <p:spPr>
          <a:xfrm>
            <a:off x="163991" y="2676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2135504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99680-62A7-ADFB-41B3-300D4326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E79E43-BA4B-67FF-533E-D03461AB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0347"/>
            <a:ext cx="7345680" cy="1720694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671BE7-36C9-2DFC-2CAA-F4C8F0540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9676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keys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6AE60-B9E4-2A94-38BF-BDC686B627DB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25F0445-199B-B410-B352-7507D0138948}"/>
              </a:ext>
            </a:extLst>
          </p:cNvPr>
          <p:cNvSpPr/>
          <p:nvPr/>
        </p:nvSpPr>
        <p:spPr>
          <a:xfrm>
            <a:off x="163991" y="2676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CDCF047-0C2A-641C-283D-FD485E11BDB7}"/>
              </a:ext>
            </a:extLst>
          </p:cNvPr>
          <p:cNvSpPr/>
          <p:nvPr/>
        </p:nvSpPr>
        <p:spPr>
          <a:xfrm>
            <a:off x="735462" y="2197220"/>
            <a:ext cx="1771886" cy="257369"/>
          </a:xfrm>
          <a:prstGeom prst="wedgeRectCallout">
            <a:avLst>
              <a:gd name="adj1" fmla="val 12927"/>
              <a:gd name="adj2" fmla="val 15260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dirty="0">
                <a:solidFill>
                  <a:prstClr val="white"/>
                </a:solidFill>
                <a:latin typeface="Consolas" panose="020B0609020204030204" pitchFamily="49" charset="0"/>
              </a:rPr>
              <a:t>AKIATCKAOFI6CAN3634L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481B97EF-33D5-4DDB-56C4-AAED0E08BA92}"/>
              </a:ext>
            </a:extLst>
          </p:cNvPr>
          <p:cNvSpPr/>
          <p:nvPr/>
        </p:nvSpPr>
        <p:spPr>
          <a:xfrm>
            <a:off x="2678194" y="2197219"/>
            <a:ext cx="3471069" cy="257369"/>
          </a:xfrm>
          <a:prstGeom prst="wedgeRectCallout">
            <a:avLst>
              <a:gd name="adj1" fmla="val 12927"/>
              <a:gd name="adj2" fmla="val 15260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dirty="0">
                <a:solidFill>
                  <a:prstClr val="white"/>
                </a:solidFill>
                <a:latin typeface="Consolas" panose="020B0609020204030204" pitchFamily="49" charset="0"/>
              </a:rPr>
              <a:t>pJSwUu6QlNEUpzKoB9Xt44Ij8aSBE95kW8gMqp9J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56BA8B-A92B-238F-800B-E0A3691EB3D6}"/>
              </a:ext>
            </a:extLst>
          </p:cNvPr>
          <p:cNvGrpSpPr/>
          <p:nvPr/>
        </p:nvGrpSpPr>
        <p:grpSpPr>
          <a:xfrm>
            <a:off x="735462" y="2617514"/>
            <a:ext cx="3073413" cy="299662"/>
            <a:chOff x="1643297" y="4045816"/>
            <a:chExt cx="3073413" cy="299662"/>
          </a:xfrm>
        </p:grpSpPr>
        <p:sp>
          <p:nvSpPr>
            <p:cNvPr id="12" name="CaixaDeTexto 17">
              <a:hlinkClick r:id="rId3" action="ppaction://program"/>
              <a:extLst>
                <a:ext uri="{FF2B5EF4-FFF2-40B4-BE49-F238E27FC236}">
                  <a16:creationId xmlns:a16="http://schemas.microsoft.com/office/drawing/2014/main" id="{9CAFEA32-26A2-72C0-B8CA-9116E21B7C16}"/>
                </a:ext>
              </a:extLst>
            </p:cNvPr>
            <p:cNvSpPr txBox="1"/>
            <p:nvPr/>
          </p:nvSpPr>
          <p:spPr>
            <a:xfrm>
              <a:off x="1980063" y="4103314"/>
              <a:ext cx="2736647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4" action="ppaction://hlinkfile"/>
                </a:rPr>
                <a:t>aws\efigueiredo@cegid.com_accessKeys.csv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3" name="Imagem 18">
              <a:hlinkClick r:id="rId3" action="ppaction://program"/>
              <a:extLst>
                <a:ext uri="{FF2B5EF4-FFF2-40B4-BE49-F238E27FC236}">
                  <a16:creationId xmlns:a16="http://schemas.microsoft.com/office/drawing/2014/main" id="{BF5D12EB-AC4B-457F-4BC6-152EA8B7F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881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69960</TotalTime>
  <Words>97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aws</vt:lpstr>
      <vt:lpstr>1.1 index</vt:lpstr>
      <vt:lpstr>2. credentials</vt:lpstr>
      <vt:lpstr>3. user</vt:lpstr>
      <vt:lpstr>4. keys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1140</cp:revision>
  <dcterms:created xsi:type="dcterms:W3CDTF">2019-03-25T09:18:39Z</dcterms:created>
  <dcterms:modified xsi:type="dcterms:W3CDTF">2024-03-18T13:51:43Z</dcterms:modified>
</cp:coreProperties>
</file>