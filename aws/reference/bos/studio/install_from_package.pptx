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59" r:id="rId3"/>
    <p:sldId id="393" r:id="rId4"/>
    <p:sldId id="399" r:id="rId5"/>
    <p:sldId id="400" r:id="rId6"/>
    <p:sldId id="401" r:id="rId7"/>
    <p:sldId id="402" r:id="rId8"/>
    <p:sldId id="403" r:id="rId9"/>
    <p:sldId id="404" r:id="rId10"/>
    <p:sldId id="405" r:id="rId11"/>
    <p:sldId id="377" r:id="rId12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 horzBarState="maximized">
    <p:restoredLeft sz="34580" autoAdjust="0"/>
    <p:restoredTop sz="86410" autoAdjust="0"/>
  </p:normalViewPr>
  <p:slideViewPr>
    <p:cSldViewPr snapToGrid="0">
      <p:cViewPr varScale="1">
        <p:scale>
          <a:sx n="125" d="100"/>
          <a:sy n="125" d="100"/>
        </p:scale>
        <p:origin x="96" y="8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61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7D23-95FE-4191-B08D-3CBB1E1CEEFE}" type="datetimeFigureOut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0636E-53A0-461E-B4DA-47B90EBA88BA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635777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D97C-8255-4BAC-9D42-1F6A6651E2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8119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36660-F7C2-4C37-BD61-E2E985519A54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15900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C553A-1723-4842-A3DB-E76BD21F5C6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87560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B351E-3840-4886-B007-BC84D7C14686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238646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686839-F4ED-436E-9AC9-AC7A0A0CD179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63095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82247-1A7C-4F98-8F33-5E4D07EFBF12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18002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320DE-3391-4A27-9653-F2BD505B9A08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9088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250C8-88B2-4209-BD56-05813AC521DC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286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47055-2F12-42A4-9432-334276564B1D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11216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C8996-E467-4FE1-B165-4002860D0AC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5231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4532E-E792-4BF5-B399-9E5E16070233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10798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D900-928E-403C-BF53-CAAB2E2C48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18B940-75D1-4C46-9CFE-647476392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A2CD6-5FB1-46E7-BBF2-06C11EFE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AF7F0-99C0-4949-9F3A-098A33A79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BC4E3-3A90-4903-AA2B-BEE787AB0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6626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A0CBE-4D75-4070-9727-D6568849B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8656-59AB-4DDA-BA5E-906CE3CE4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0D26C-F7F1-4295-850E-F65B6A18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31830-C80B-4D82-9540-948794ACE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3081E-0503-4818-8F70-5B7EF7115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283780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C5B21-4830-48A5-862B-ABDF25C5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46B740-92E9-4F69-A3BC-3370B88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D8454-4F6E-410A-9B06-56F8E8B98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50F26-960E-41B7-A0CF-5FD4D9392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60EE7-FD8B-4114-B0D7-C530EA445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6226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1C6DB-0704-453E-AA7A-EDB8E503E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81CFE-81A7-43F6-9DE8-5001C3319A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B6F9B9-C2D3-4E58-BF2D-86CBBBCF7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E05F8-F9B8-4595-9172-117938DF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670A2-41C2-4D8A-B93D-8F4D34BB2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016F9-4DB7-42E2-8D0A-65B7CD30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94775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96546-7AA6-4539-810A-0AC166A58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A938C-8040-48C6-8939-B3F0A9E7D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C760B8-4D37-4E87-8073-042AF52A4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D81F80-B628-4BD3-B94F-CCC211B69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E79D3-9A2B-4BCE-AF53-894A2D5B8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FA42F1-1652-4482-A407-F5D97A88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3F25A-7E30-4A66-9495-AA5714A2C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CE7AC5-D765-47F7-89A4-DA8F32904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504636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B22E3-31A6-4D0E-AA4C-B0AA18235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934A3-5AE1-40D8-8067-9E1D252E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FEFDC3-F146-471F-82E0-FB6C2D901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E55F47-05F6-49F9-BE0C-B927C558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19801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A7C86-FE30-4F3E-A72C-139359D0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663B0-D551-4DBD-BFF2-A571F75E9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862710-B633-46B8-B335-87D5DE31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03126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46708-3CEB-435E-8498-6562E3777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A97C09-A03A-43E5-9A11-7273458D3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2C248-11E6-4154-A326-1B8F7D2EE6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FDC9D5-C4A3-4FDE-9E36-375F2B348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2A057-54CB-4E24-80E7-736BFC2E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9B1B1-0646-4C4C-92B7-B3E145870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222383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7D4-D633-427F-9E9A-6B5549734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D3F0D6-3084-4516-AED5-37221D1D77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047CDB-4B6C-48AA-A9BA-59A1994D82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B84827-B00B-446A-B5F1-D65E98FD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21318-5825-42BF-9ACA-060A59DC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A1AE2-4E68-4683-B3D6-D2D421F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04687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18B47-6B5B-4C41-A6E1-3490CE204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8EDB63-0281-4D84-A4C5-17B0CFFB29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29AA0-B865-40C8-A653-6197F492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ED7A-C5C7-4968-BFBA-53DA7EDE0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9E3A9-78F3-4296-A92C-D732DADD0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825017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5582FE-E45E-4458-AC02-44F4A62E36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92EF0A-6E63-4D2C-B998-E3CF727CC0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DC659-7D8F-4CAA-ACB0-ED17AC7A0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14C8E-083A-481C-A107-4A809F2A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10F76-989E-49D9-B4AD-276E51C7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644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PT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PT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83CD8-EC5B-4369-8F97-BE1E84F10887}" type="datetime1">
              <a:rPr lang="pt-PT" smtClean="0"/>
              <a:t>11/04/2024</a:t>
            </a:fld>
            <a:endParaRPr lang="pt-PT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A36E7-31EC-407D-BF78-82EE1FFE6676}" type="slidenum">
              <a:rPr lang="pt-PT" smtClean="0"/>
              <a:t>‹#›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33174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2791A7-C9A5-46D8-9C81-1E4A5947E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E0097-E8D6-43DE-AF41-81E590C1A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8699B-64E4-49C2-80D7-484D6DAA32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AF87E-A15D-4480-B791-15D75F8AF848}" type="datetimeFigureOut">
              <a:rPr lang="pt-PT" smtClean="0"/>
              <a:t>11/04/2024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015122-A6FE-41E7-BB00-91A147638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013BE-7A46-476B-B9E5-FD0F38D9F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64B56-3465-4C9F-888A-AE4E9DC6BAA1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957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../../../skunk.pptx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hyperlink" Target="../studio.pptx" TargetMode="External"/><Relationship Id="rId4" Type="http://schemas.openxmlformats.org/officeDocument/2006/relationships/hyperlink" Target="../../BOS.pptx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utogen-studio.com/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microsoft/autogen/tree/main/samples/apps/autogen-studio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utogen-studio.com/autogen-studio-ui" TargetMode="Externa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-studio.com/autogen-studio-ui#:~:text=Installation%20Prerequisite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-studio.com/autogen-studio-ui#:~:text=Setting%20Up%20Your%20Environmen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-studio.com/autogen-studio-ui#:~:text=managing%20AI%20agents.-,Installing%20AutoGen%20Studio,-Now%20that%20your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utogen-studio.com/autogen-studio-ui#:~:text=managing%20AI%20agents.-,Installing%20AutoGen%20Studio,-Now%20that%20your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utogen-studio.com/autogen-studio-ui#:~:text=managing%20AI%20agents.-,Installing%20AutoGen%20Studio,-Now%20that%20your" TargetMode="Externa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utogen-studio.com/autogen-studio-ui#:~:text=Exploring%20AutoGen%20Studio%20Features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www.youtube.com/watch?v=4ZqJSfV4818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hyperlink" Target="https://entityframework-plus.net/" TargetMode="External"/><Relationship Id="rId7" Type="http://schemas.openxmlformats.org/officeDocument/2006/relationships/hyperlink" Target="A1_reference/functionalities.pptx" TargetMode="External"/><Relationship Id="rId12" Type="http://schemas.openxmlformats.org/officeDocument/2006/relationships/image" Target="../media/image15.png"/><Relationship Id="rId2" Type="http://schemas.openxmlformats.org/officeDocument/2006/relationships/image" Target="../media/image11.png"/><Relationship Id="rId16" Type="http://schemas.openxmlformats.org/officeDocument/2006/relationships/hyperlink" Target="../_actions/zig_help.ba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A2_introduction.pptx" TargetMode="External"/><Relationship Id="rId11" Type="http://schemas.openxmlformats.org/officeDocument/2006/relationships/hyperlink" Target="file:///D:\A1_research\C2_c0dice\B1_jmeter\A1_install" TargetMode="External"/><Relationship Id="rId5" Type="http://schemas.openxmlformats.org/officeDocument/2006/relationships/image" Target="../media/image1.png"/><Relationship Id="rId15" Type="http://schemas.openxmlformats.org/officeDocument/2006/relationships/image" Target="../media/image17.png"/><Relationship Id="rId10" Type="http://schemas.openxmlformats.org/officeDocument/2006/relationships/hyperlink" Target="file:///C:\Windows\explorer.exe%20F:\ides\AZ_vStudio2017" TargetMode="External"/><Relationship Id="rId4" Type="http://schemas.openxmlformats.org/officeDocument/2006/relationships/image" Target="../media/image12.png"/><Relationship Id="rId9" Type="http://schemas.openxmlformats.org/officeDocument/2006/relationships/image" Target="../media/image14.svg"/><Relationship Id="rId14" Type="http://schemas.openxmlformats.org/officeDocument/2006/relationships/slide" Target="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7F764-8D4D-421D-979F-2C7A67DE06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64312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1. </a:t>
            </a:r>
            <a:r>
              <a:rPr lang="en-US" sz="1200" dirty="0">
                <a:solidFill>
                  <a:schemeClr val="bg2">
                    <a:lumMod val="25000"/>
                  </a:schemeClr>
                </a:solidFill>
              </a:rPr>
              <a:t>main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25A99C1-6379-F149-F2BA-AD06BBD2502D}"/>
              </a:ext>
            </a:extLst>
          </p:cNvPr>
          <p:cNvGrpSpPr/>
          <p:nvPr/>
        </p:nvGrpSpPr>
        <p:grpSpPr>
          <a:xfrm>
            <a:off x="10525307" y="125397"/>
            <a:ext cx="1042719" cy="283293"/>
            <a:chOff x="5611636" y="5954426"/>
            <a:chExt cx="1042720" cy="283293"/>
          </a:xfrm>
        </p:grpSpPr>
        <p:pic>
          <p:nvPicPr>
            <p:cNvPr id="4" name="Picture 3" descr="Icon&#10;&#10;Description automatically generated">
              <a:extLst>
                <a:ext uri="{FF2B5EF4-FFF2-40B4-BE49-F238E27FC236}">
                  <a16:creationId xmlns:a16="http://schemas.microsoft.com/office/drawing/2014/main" id="{8CCE1E08-7F3E-411C-D374-F715EEB134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5" name="Retângulo 5">
              <a:extLst>
                <a:ext uri="{FF2B5EF4-FFF2-40B4-BE49-F238E27FC236}">
                  <a16:creationId xmlns:a16="http://schemas.microsoft.com/office/drawing/2014/main" id="{07736282-E5D3-8B8C-CA99-00E73D434310}"/>
                </a:ext>
              </a:extLst>
            </p:cNvPr>
            <p:cNvSpPr/>
            <p:nvPr/>
          </p:nvSpPr>
          <p:spPr>
            <a:xfrm>
              <a:off x="6107411" y="5954426"/>
              <a:ext cx="546945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 action="ppaction://hlinkpres?slideindex=1&amp;slidetitle="/>
                </a:rPr>
                <a:t>skunk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927D2DD-A78A-2D1D-79D2-042252EC8366}"/>
              </a:ext>
            </a:extLst>
          </p:cNvPr>
          <p:cNvGrpSpPr/>
          <p:nvPr/>
        </p:nvGrpSpPr>
        <p:grpSpPr>
          <a:xfrm>
            <a:off x="10525306" y="421276"/>
            <a:ext cx="936920" cy="283293"/>
            <a:chOff x="5611636" y="5954426"/>
            <a:chExt cx="936921" cy="283293"/>
          </a:xfrm>
        </p:grpSpPr>
        <p:pic>
          <p:nvPicPr>
            <p:cNvPr id="10" name="Picture 9" descr="Icon&#10;&#10;Description automatically generated">
              <a:extLst>
                <a:ext uri="{FF2B5EF4-FFF2-40B4-BE49-F238E27FC236}">
                  <a16:creationId xmlns:a16="http://schemas.microsoft.com/office/drawing/2014/main" id="{1E7A7458-43C3-32E3-7249-AD34FA2E09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12" name="Retângulo 5">
              <a:extLst>
                <a:ext uri="{FF2B5EF4-FFF2-40B4-BE49-F238E27FC236}">
                  <a16:creationId xmlns:a16="http://schemas.microsoft.com/office/drawing/2014/main" id="{CC5C1C4C-82C0-8116-57AD-1B2149445B29}"/>
                </a:ext>
              </a:extLst>
            </p:cNvPr>
            <p:cNvSpPr/>
            <p:nvPr/>
          </p:nvSpPr>
          <p:spPr>
            <a:xfrm>
              <a:off x="6107411" y="5954426"/>
              <a:ext cx="441146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4" action="ppaction://hlinkpres?slideindex=1&amp;slidetitle="/>
                </a:rPr>
                <a:t>BOS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4E81EB3-8002-A9E0-7C8B-197EFBE3A3BB}"/>
              </a:ext>
            </a:extLst>
          </p:cNvPr>
          <p:cNvGrpSpPr/>
          <p:nvPr/>
        </p:nvGrpSpPr>
        <p:grpSpPr>
          <a:xfrm>
            <a:off x="10525307" y="723449"/>
            <a:ext cx="1069971" cy="283293"/>
            <a:chOff x="5611636" y="5954426"/>
            <a:chExt cx="1069972" cy="283293"/>
          </a:xfrm>
        </p:grpSpPr>
        <p:pic>
          <p:nvPicPr>
            <p:cNvPr id="7" name="Picture 6" descr="Icon&#10;&#10;Description automatically generated">
              <a:extLst>
                <a:ext uri="{FF2B5EF4-FFF2-40B4-BE49-F238E27FC236}">
                  <a16:creationId xmlns:a16="http://schemas.microsoft.com/office/drawing/2014/main" id="{C2FD56FD-2799-0238-6193-E90DC5133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8" name="Retângulo 5">
              <a:extLst>
                <a:ext uri="{FF2B5EF4-FFF2-40B4-BE49-F238E27FC236}">
                  <a16:creationId xmlns:a16="http://schemas.microsoft.com/office/drawing/2014/main" id="{174374B8-F0F8-831E-B7FB-B0CDE96C42A5}"/>
                </a:ext>
              </a:extLst>
            </p:cNvPr>
            <p:cNvSpPr/>
            <p:nvPr/>
          </p:nvSpPr>
          <p:spPr>
            <a:xfrm>
              <a:off x="6107411" y="5954426"/>
              <a:ext cx="574197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 action="ppaction://hlinkpres?slideindex=1&amp;slidetitle="/>
                </a:rPr>
                <a:t>studio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1296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409C0-9F45-4671-2F2B-219C66289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59150-053C-1FB9-315D-6E4BF7EF4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93258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 overview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9EB08E-9EE7-7A3E-C415-966107FA703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3B4E9A2-4C4C-B9F8-6255-5581582FF114}"/>
              </a:ext>
            </a:extLst>
          </p:cNvPr>
          <p:cNvGrpSpPr/>
          <p:nvPr/>
        </p:nvGrpSpPr>
        <p:grpSpPr>
          <a:xfrm>
            <a:off x="7639124" y="4680298"/>
            <a:ext cx="812577" cy="246292"/>
            <a:chOff x="5881666" y="1590687"/>
            <a:chExt cx="812577" cy="246292"/>
          </a:xfrm>
        </p:grpSpPr>
        <p:sp>
          <p:nvSpPr>
            <p:cNvPr id="3" name="Retângulo 5">
              <a:extLst>
                <a:ext uri="{FF2B5EF4-FFF2-40B4-BE49-F238E27FC236}">
                  <a16:creationId xmlns:a16="http://schemas.microsoft.com/office/drawing/2014/main" id="{2C93011C-CE68-1BBE-C244-332A09BDD38C}"/>
                </a:ext>
              </a:extLst>
            </p:cNvPr>
            <p:cNvSpPr/>
            <p:nvPr/>
          </p:nvSpPr>
          <p:spPr>
            <a:xfrm>
              <a:off x="6035088" y="1590758"/>
              <a:ext cx="65915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main site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8" name="Picture 7" descr="Icon&#10;&#10;Description automatically generated">
              <a:extLst>
                <a:ext uri="{FF2B5EF4-FFF2-40B4-BE49-F238E27FC236}">
                  <a16:creationId xmlns:a16="http://schemas.microsoft.com/office/drawing/2014/main" id="{1D8A1B24-9CE2-C2CD-97DB-82F4CA7889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E1A60F97-0A9B-75F2-1327-BFC62FBCB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31" y="300328"/>
            <a:ext cx="7438777" cy="42361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7" name="Arrow: Right 5">
            <a:extLst>
              <a:ext uri="{FF2B5EF4-FFF2-40B4-BE49-F238E27FC236}">
                <a16:creationId xmlns:a16="http://schemas.microsoft.com/office/drawing/2014/main" id="{9B82FE1B-2946-891E-C91B-8CA460C89CAC}"/>
              </a:ext>
            </a:extLst>
          </p:cNvPr>
          <p:cNvSpPr/>
          <p:nvPr/>
        </p:nvSpPr>
        <p:spPr>
          <a:xfrm>
            <a:off x="179120" y="25745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18" name="Arrow: Right 5">
            <a:extLst>
              <a:ext uri="{FF2B5EF4-FFF2-40B4-BE49-F238E27FC236}">
                <a16:creationId xmlns:a16="http://schemas.microsoft.com/office/drawing/2014/main" id="{7290DE37-B121-7AE9-6453-5F18D66E0C49}"/>
              </a:ext>
            </a:extLst>
          </p:cNvPr>
          <p:cNvSpPr/>
          <p:nvPr/>
        </p:nvSpPr>
        <p:spPr>
          <a:xfrm>
            <a:off x="179120" y="6143543"/>
            <a:ext cx="1224820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repository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6B7FD3-FA03-8D8F-4022-E47CEE663104}"/>
              </a:ext>
            </a:extLst>
          </p:cNvPr>
          <p:cNvGrpSpPr/>
          <p:nvPr/>
        </p:nvGrpSpPr>
        <p:grpSpPr>
          <a:xfrm>
            <a:off x="1397524" y="6158896"/>
            <a:ext cx="1059439" cy="246292"/>
            <a:chOff x="5881666" y="1590687"/>
            <a:chExt cx="1059439" cy="246292"/>
          </a:xfrm>
        </p:grpSpPr>
        <p:sp>
          <p:nvSpPr>
            <p:cNvPr id="20" name="Retângulo 5">
              <a:extLst>
                <a:ext uri="{FF2B5EF4-FFF2-40B4-BE49-F238E27FC236}">
                  <a16:creationId xmlns:a16="http://schemas.microsoft.com/office/drawing/2014/main" id="{F6C9B8E3-DBDA-B36F-31CF-1DF43457AA35}"/>
                </a:ext>
              </a:extLst>
            </p:cNvPr>
            <p:cNvSpPr/>
            <p:nvPr/>
          </p:nvSpPr>
          <p:spPr>
            <a:xfrm>
              <a:off x="6035088" y="1590758"/>
              <a:ext cx="906017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github: studio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1" name="Picture 20" descr="Icon&#10;&#10;Description automatically generated">
              <a:extLst>
                <a:ext uri="{FF2B5EF4-FFF2-40B4-BE49-F238E27FC236}">
                  <a16:creationId xmlns:a16="http://schemas.microsoft.com/office/drawing/2014/main" id="{50393672-86E2-2FF7-FC18-783E8698D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99701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C75226-F606-1681-D92A-A795E23A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4D36-7943-6CA7-2C50-450215525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7367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 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3A1A5D-4165-0801-C610-A57FC89CD793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67647EDA-C82F-5884-2E64-A685BBE7105D}"/>
              </a:ext>
            </a:extLst>
          </p:cNvPr>
          <p:cNvSpPr/>
          <p:nvPr/>
        </p:nvSpPr>
        <p:spPr>
          <a:xfrm>
            <a:off x="179120" y="25745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EE9ACFD-5948-4637-A9DA-F6162F8C62CF}"/>
              </a:ext>
            </a:extLst>
          </p:cNvPr>
          <p:cNvGrpSpPr/>
          <p:nvPr/>
        </p:nvGrpSpPr>
        <p:grpSpPr>
          <a:xfrm>
            <a:off x="918231" y="272805"/>
            <a:ext cx="1182871" cy="246292"/>
            <a:chOff x="5881666" y="1590687"/>
            <a:chExt cx="1182871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50CDFEF5-19C1-523E-3B53-E557D9D64A51}"/>
                </a:ext>
              </a:extLst>
            </p:cNvPr>
            <p:cNvSpPr/>
            <p:nvPr/>
          </p:nvSpPr>
          <p:spPr>
            <a:xfrm>
              <a:off x="6035088" y="1590758"/>
              <a:ext cx="102944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main site: install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9E4E3714-195E-8F7F-FD4A-17D8697A1F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4492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20535-06D0-5881-0009-44892F50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08AFC5-24BE-507D-1F16-30851E6C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270" y="257452"/>
            <a:ext cx="8465388" cy="260971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D6FB9E-FA15-E593-19B1-568C77CDF5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1332865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3.1 prerequisites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4DB8AD-6B79-5322-3DBD-42B493C2357C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FCC85717-E9ED-1E51-BB40-3A477F8A05A3}"/>
              </a:ext>
            </a:extLst>
          </p:cNvPr>
          <p:cNvSpPr/>
          <p:nvPr/>
        </p:nvSpPr>
        <p:spPr>
          <a:xfrm>
            <a:off x="179120" y="25745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06E6266-8D42-1760-8702-E8EE8E8D71DB}"/>
              </a:ext>
            </a:extLst>
          </p:cNvPr>
          <p:cNvGrpSpPr/>
          <p:nvPr/>
        </p:nvGrpSpPr>
        <p:grpSpPr>
          <a:xfrm>
            <a:off x="7982541" y="3043266"/>
            <a:ext cx="1559576" cy="246292"/>
            <a:chOff x="5881666" y="1590687"/>
            <a:chExt cx="1559576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2444AF58-6964-D319-50F5-97BEE792DAED}"/>
                </a:ext>
              </a:extLst>
            </p:cNvPr>
            <p:cNvSpPr/>
            <p:nvPr/>
          </p:nvSpPr>
          <p:spPr>
            <a:xfrm>
              <a:off x="6035088" y="1590758"/>
              <a:ext cx="140615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main site: prerequisites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A4C5DF27-BAEC-3F04-DA62-B00F2834A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168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833AF0-89E3-22A7-F117-96CBCCF0D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46CA50D-2D88-902A-EFEB-30C12C9DF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786" y="257452"/>
            <a:ext cx="7988426" cy="222734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82CC53-CE86-6EDC-32EC-AA2FA5559C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7479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3.2 setup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9CC1FD-63E3-D5CA-2155-3756634FE144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818219E4-2649-ECB2-90F3-DFD16FAF99A7}"/>
              </a:ext>
            </a:extLst>
          </p:cNvPr>
          <p:cNvSpPr/>
          <p:nvPr/>
        </p:nvSpPr>
        <p:spPr>
          <a:xfrm>
            <a:off x="179120" y="257452"/>
            <a:ext cx="1471683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environment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485B1F7-0CC7-121B-7F37-DA6AE6CC99A6}"/>
              </a:ext>
            </a:extLst>
          </p:cNvPr>
          <p:cNvGrpSpPr/>
          <p:nvPr/>
        </p:nvGrpSpPr>
        <p:grpSpPr>
          <a:xfrm>
            <a:off x="8632397" y="2634949"/>
            <a:ext cx="1166841" cy="246292"/>
            <a:chOff x="5881666" y="1590687"/>
            <a:chExt cx="1166841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A244E81C-9011-22BF-5519-F3818483E3F7}"/>
                </a:ext>
              </a:extLst>
            </p:cNvPr>
            <p:cNvSpPr/>
            <p:nvPr/>
          </p:nvSpPr>
          <p:spPr>
            <a:xfrm>
              <a:off x="6035088" y="1590758"/>
              <a:ext cx="101341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main site: setup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B09E7D55-3A19-A1AD-52E6-3C9A2AE75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C08EDB1-626B-E9C7-6864-F565DD1C8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808" y="3031464"/>
            <a:ext cx="10092906" cy="3331347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1" name="Arrow: Right 5">
            <a:extLst>
              <a:ext uri="{FF2B5EF4-FFF2-40B4-BE49-F238E27FC236}">
                <a16:creationId xmlns:a16="http://schemas.microsoft.com/office/drawing/2014/main" id="{F44E7D92-1B24-C59F-815A-3D42D81E5BC1}"/>
              </a:ext>
            </a:extLst>
          </p:cNvPr>
          <p:cNvSpPr/>
          <p:nvPr/>
        </p:nvSpPr>
        <p:spPr>
          <a:xfrm>
            <a:off x="267837" y="3044471"/>
            <a:ext cx="55797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llm</a:t>
            </a:r>
          </a:p>
        </p:txBody>
      </p:sp>
    </p:spTree>
    <p:extLst>
      <p:ext uri="{BB962C8B-B14F-4D97-AF65-F5344CB8AC3E}">
        <p14:creationId xmlns:p14="http://schemas.microsoft.com/office/powerpoint/2010/main" val="2850146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060EB6-3808-F4EF-633A-089A476B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57A04AF-F9B6-56F6-4924-C4B752B05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984" y="257453"/>
            <a:ext cx="6470491" cy="1597600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93D55C-4755-5265-676A-8D9E9E5EC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889090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3.3 install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A16C05-0550-0E41-7F6C-10AA88124EFA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17" name="Arrow: Right 5">
            <a:extLst>
              <a:ext uri="{FF2B5EF4-FFF2-40B4-BE49-F238E27FC236}">
                <a16:creationId xmlns:a16="http://schemas.microsoft.com/office/drawing/2014/main" id="{D0912FAB-AE61-0CEB-B7E0-4E263550F203}"/>
              </a:ext>
            </a:extLst>
          </p:cNvPr>
          <p:cNvSpPr/>
          <p:nvPr/>
        </p:nvSpPr>
        <p:spPr>
          <a:xfrm>
            <a:off x="179120" y="257452"/>
            <a:ext cx="82086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install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B7D86C3-55F9-FC13-551D-C860C861293E}"/>
              </a:ext>
            </a:extLst>
          </p:cNvPr>
          <p:cNvGrpSpPr/>
          <p:nvPr/>
        </p:nvGrpSpPr>
        <p:grpSpPr>
          <a:xfrm>
            <a:off x="6447037" y="1955012"/>
            <a:ext cx="1182871" cy="246292"/>
            <a:chOff x="5881666" y="1590687"/>
            <a:chExt cx="1182871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97E29FC6-097A-0C6B-7B56-A675FC84B71B}"/>
                </a:ext>
              </a:extLst>
            </p:cNvPr>
            <p:cNvSpPr/>
            <p:nvPr/>
          </p:nvSpPr>
          <p:spPr>
            <a:xfrm>
              <a:off x="6035088" y="1590758"/>
              <a:ext cx="102944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main site: install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1A67E038-76F0-AF46-7045-7B407DCDD6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5155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E7658-D5B1-0408-42A6-0686B5415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BF02-7277-0D9B-1C20-520B3AFBF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41283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3.4 launch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4B5783-B2F8-E6DC-06ED-BB8468B4DD72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63BBD73-DCFE-E901-5D22-21D2E2C62202}"/>
              </a:ext>
            </a:extLst>
          </p:cNvPr>
          <p:cNvGrpSpPr/>
          <p:nvPr/>
        </p:nvGrpSpPr>
        <p:grpSpPr>
          <a:xfrm>
            <a:off x="5932312" y="2231057"/>
            <a:ext cx="1182871" cy="246292"/>
            <a:chOff x="5881666" y="1590687"/>
            <a:chExt cx="1182871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789AB5BF-8DBC-2CF9-2FF0-0316D987DE86}"/>
                </a:ext>
              </a:extLst>
            </p:cNvPr>
            <p:cNvSpPr/>
            <p:nvPr/>
          </p:nvSpPr>
          <p:spPr>
            <a:xfrm>
              <a:off x="6035088" y="1590758"/>
              <a:ext cx="102944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main site: install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3270B7CA-E8E6-B164-7C01-59A04D420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936698C-014F-7AA2-D38E-3AD307DCE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685" y="306362"/>
            <a:ext cx="6082498" cy="1809382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3" name="Arrow: Right 5">
            <a:extLst>
              <a:ext uri="{FF2B5EF4-FFF2-40B4-BE49-F238E27FC236}">
                <a16:creationId xmlns:a16="http://schemas.microsoft.com/office/drawing/2014/main" id="{B34003DB-8623-8D16-F019-04C2971DD515}"/>
              </a:ext>
            </a:extLst>
          </p:cNvPr>
          <p:cNvSpPr/>
          <p:nvPr/>
        </p:nvSpPr>
        <p:spPr>
          <a:xfrm>
            <a:off x="179674" y="306362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95792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A87D4-20A6-0485-1E26-E7D85DA69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7917-12CD-6AAA-12FC-8F1C5116B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742511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2.1.5 run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57FE2-7D07-0951-674D-CB35354DFC8A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16A410F-DBB5-37CF-7012-8E92BE591220}"/>
              </a:ext>
            </a:extLst>
          </p:cNvPr>
          <p:cNvGrpSpPr/>
          <p:nvPr/>
        </p:nvGrpSpPr>
        <p:grpSpPr>
          <a:xfrm>
            <a:off x="7638417" y="1471933"/>
            <a:ext cx="1182871" cy="246292"/>
            <a:chOff x="5881666" y="1590687"/>
            <a:chExt cx="1182871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64CB7E39-9E15-3853-21E0-B2C257F7A914}"/>
                </a:ext>
              </a:extLst>
            </p:cNvPr>
            <p:cNvSpPr/>
            <p:nvPr/>
          </p:nvSpPr>
          <p:spPr>
            <a:xfrm>
              <a:off x="6035088" y="1590758"/>
              <a:ext cx="1029449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2"/>
                </a:rPr>
                <a:t>main site: install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01FD8729-96D0-9E83-EC5E-7615D4990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6C3EB353-DEB8-9202-949C-48D6A6B9B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624" y="249853"/>
            <a:ext cx="7861664" cy="1136749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</p:spPr>
      </p:pic>
      <p:sp>
        <p:nvSpPr>
          <p:cNvPr id="16" name="Arrow: Right 5">
            <a:extLst>
              <a:ext uri="{FF2B5EF4-FFF2-40B4-BE49-F238E27FC236}">
                <a16:creationId xmlns:a16="http://schemas.microsoft.com/office/drawing/2014/main" id="{D37B1AB8-FE08-CD9A-EF3C-96F0A2548C6E}"/>
              </a:ext>
            </a:extLst>
          </p:cNvPr>
          <p:cNvSpPr/>
          <p:nvPr/>
        </p:nvSpPr>
        <p:spPr>
          <a:xfrm>
            <a:off x="220513" y="23926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</p:spTree>
    <p:extLst>
      <p:ext uri="{BB962C8B-B14F-4D97-AF65-F5344CB8AC3E}">
        <p14:creationId xmlns:p14="http://schemas.microsoft.com/office/powerpoint/2010/main" val="314507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89454-976E-B879-4289-BF1BBD17F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Build Section">
            <a:extLst>
              <a:ext uri="{FF2B5EF4-FFF2-40B4-BE49-F238E27FC236}">
                <a16:creationId xmlns:a16="http://schemas.microsoft.com/office/drawing/2014/main" id="{BD3175F9-E12B-0313-4697-C9B8E9650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624" y="292669"/>
            <a:ext cx="9753600" cy="5133975"/>
          </a:xfrm>
          <a:prstGeom prst="rect">
            <a:avLst/>
          </a:prstGeom>
          <a:ln w="50800">
            <a:solidFill>
              <a:srgbClr val="70AD47">
                <a:lumMod val="60000"/>
                <a:lumOff val="40000"/>
              </a:srgbClr>
            </a:solidFill>
          </a:ln>
          <a:effectLst>
            <a:outerShdw blurRad="50800" dist="127000" dir="2700000" algn="tl" rotWithShape="0">
              <a:sysClr val="window" lastClr="FFFFFF">
                <a:alpha val="40000"/>
              </a:sys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71F1EC-D4C6-9E16-D9A6-52BF32C39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0328"/>
            <a:ext cx="918649" cy="258532"/>
          </a:xfrm>
          <a:noFill/>
          <a:ln w="25400">
            <a:noFill/>
          </a:ln>
        </p:spPr>
        <p:txBody>
          <a:bodyPr vert="horz" wrap="none" lIns="91440" tIns="45720" rIns="91440" bIns="45720" rtlCol="0" anchor="t">
            <a:spAutoFit/>
          </a:bodyPr>
          <a:lstStyle/>
          <a:p>
            <a:pPr algn="l"/>
            <a:r>
              <a:rPr lang="en-US" sz="1200" dirty="0">
                <a:solidFill>
                  <a:schemeClr val="bg2">
                    <a:lumMod val="25000"/>
                  </a:schemeClr>
                </a:solidFill>
                <a:sym typeface="Wingdings" panose="05000000000000000000" pitchFamily="2" charset="2"/>
              </a:rPr>
              <a:t>4. features</a:t>
            </a:r>
            <a:endParaRPr lang="en-US" sz="1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D6157-6BBF-9891-8B70-2107660A3B7E}"/>
              </a:ext>
            </a:extLst>
          </p:cNvPr>
          <p:cNvSpPr/>
          <p:nvPr/>
        </p:nvSpPr>
        <p:spPr>
          <a:xfrm>
            <a:off x="60145" y="79514"/>
            <a:ext cx="207692" cy="6692347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rtlCol="0" anchor="ctr"/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49623B-A9DC-E474-8D89-5969C66CEFAC}"/>
              </a:ext>
            </a:extLst>
          </p:cNvPr>
          <p:cNvGrpSpPr/>
          <p:nvPr/>
        </p:nvGrpSpPr>
        <p:grpSpPr>
          <a:xfrm>
            <a:off x="9507474" y="5520597"/>
            <a:ext cx="1307905" cy="246292"/>
            <a:chOff x="5881666" y="1590687"/>
            <a:chExt cx="1307905" cy="246292"/>
          </a:xfrm>
        </p:grpSpPr>
        <p:sp>
          <p:nvSpPr>
            <p:cNvPr id="24" name="Retângulo 5">
              <a:extLst>
                <a:ext uri="{FF2B5EF4-FFF2-40B4-BE49-F238E27FC236}">
                  <a16:creationId xmlns:a16="http://schemas.microsoft.com/office/drawing/2014/main" id="{0A8A843C-2649-28D9-1841-E55009D2A7CF}"/>
                </a:ext>
              </a:extLst>
            </p:cNvPr>
            <p:cNvSpPr/>
            <p:nvPr/>
          </p:nvSpPr>
          <p:spPr>
            <a:xfrm>
              <a:off x="6035088" y="1590758"/>
              <a:ext cx="115448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3"/>
                </a:rPr>
                <a:t>main site: features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25" name="Picture 24" descr="Icon&#10;&#10;Description automatically generated">
              <a:extLst>
                <a:ext uri="{FF2B5EF4-FFF2-40B4-BE49-F238E27FC236}">
                  <a16:creationId xmlns:a16="http://schemas.microsoft.com/office/drawing/2014/main" id="{59305B60-4C92-D0DE-A599-7B40F900849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  <p:sp>
        <p:nvSpPr>
          <p:cNvPr id="16" name="Arrow: Right 5">
            <a:extLst>
              <a:ext uri="{FF2B5EF4-FFF2-40B4-BE49-F238E27FC236}">
                <a16:creationId xmlns:a16="http://schemas.microsoft.com/office/drawing/2014/main" id="{EAD8F9AE-5801-440D-69CB-871BA572F883}"/>
              </a:ext>
            </a:extLst>
          </p:cNvPr>
          <p:cNvSpPr/>
          <p:nvPr/>
        </p:nvSpPr>
        <p:spPr>
          <a:xfrm>
            <a:off x="220513" y="239267"/>
            <a:ext cx="739111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ysClr val="windowText" lastClr="000000"/>
          </a:solidFill>
          <a:ln w="25400" cap="flat" cmpd="sng" algn="ctr">
            <a:solidFill>
              <a:srgbClr val="FFC000">
                <a:lumMod val="60000"/>
                <a:lumOff val="4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</a:rPr>
              <a:t>what</a:t>
            </a:r>
          </a:p>
        </p:txBody>
      </p:sp>
      <p:sp>
        <p:nvSpPr>
          <p:cNvPr id="7" name="Explosion: 14 Points 6">
            <a:extLst>
              <a:ext uri="{FF2B5EF4-FFF2-40B4-BE49-F238E27FC236}">
                <a16:creationId xmlns:a16="http://schemas.microsoft.com/office/drawing/2014/main" id="{9F37A401-2D6E-AAC1-75BD-699BAB67AA4B}"/>
              </a:ext>
            </a:extLst>
          </p:cNvPr>
          <p:cNvSpPr/>
          <p:nvPr/>
        </p:nvSpPr>
        <p:spPr>
          <a:xfrm>
            <a:off x="4988482" y="1926871"/>
            <a:ext cx="2876337" cy="622578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be studied</a:t>
            </a:r>
          </a:p>
        </p:txBody>
      </p:sp>
      <p:sp>
        <p:nvSpPr>
          <p:cNvPr id="8" name="Explosion: 14 Points 7">
            <a:extLst>
              <a:ext uri="{FF2B5EF4-FFF2-40B4-BE49-F238E27FC236}">
                <a16:creationId xmlns:a16="http://schemas.microsoft.com/office/drawing/2014/main" id="{8D440B07-B54F-6519-3FCC-8974F4359CD5}"/>
              </a:ext>
            </a:extLst>
          </p:cNvPr>
          <p:cNvSpPr/>
          <p:nvPr/>
        </p:nvSpPr>
        <p:spPr>
          <a:xfrm>
            <a:off x="208712" y="5530391"/>
            <a:ext cx="2546024" cy="622578"/>
          </a:xfrm>
          <a:prstGeom prst="irregularSeal2">
            <a:avLst/>
          </a:prstGeom>
          <a:solidFill>
            <a:sysClr val="windowText" lastClr="000000"/>
          </a:solidFill>
          <a:ln w="12700" cap="flat" cmpd="sng" algn="ctr">
            <a:solidFill>
              <a:srgbClr val="FF0000"/>
            </a:solidFill>
            <a:prstDash val="solid"/>
            <a:miter lim="800000"/>
          </a:ln>
          <a:effectLst>
            <a:outerShdw blurRad="50800" dist="63500" dir="2700000" algn="tl" rotWithShape="0">
              <a:sysClr val="window" lastClr="FFFFFF">
                <a:alpha val="40000"/>
              </a:sysClr>
            </a:outerShdw>
          </a:effectLst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 a video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FEB337-AF09-CEA2-C521-EE6301E3BFF0}"/>
              </a:ext>
            </a:extLst>
          </p:cNvPr>
          <p:cNvGrpSpPr/>
          <p:nvPr/>
        </p:nvGrpSpPr>
        <p:grpSpPr>
          <a:xfrm>
            <a:off x="2507234" y="5768354"/>
            <a:ext cx="623422" cy="246292"/>
            <a:chOff x="5881666" y="1590687"/>
            <a:chExt cx="623422" cy="246292"/>
          </a:xfrm>
        </p:grpSpPr>
        <p:sp>
          <p:nvSpPr>
            <p:cNvPr id="4" name="Retângulo 5">
              <a:extLst>
                <a:ext uri="{FF2B5EF4-FFF2-40B4-BE49-F238E27FC236}">
                  <a16:creationId xmlns:a16="http://schemas.microsoft.com/office/drawing/2014/main" id="{B71D51C0-082D-E56E-F147-1EFF58DDF69E}"/>
                </a:ext>
              </a:extLst>
            </p:cNvPr>
            <p:cNvSpPr/>
            <p:nvPr/>
          </p:nvSpPr>
          <p:spPr>
            <a:xfrm>
              <a:off x="6035088" y="1590758"/>
              <a:ext cx="47000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369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hlinkClick r:id="rId5"/>
                </a:rPr>
                <a:t>video</a:t>
              </a:r>
              <a:endPara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pic>
          <p:nvPicPr>
            <p:cNvPr id="5" name="Picture 4" descr="Icon&#10;&#10;Description automatically generated">
              <a:extLst>
                <a:ext uri="{FF2B5EF4-FFF2-40B4-BE49-F238E27FC236}">
                  <a16:creationId xmlns:a16="http://schemas.microsoft.com/office/drawing/2014/main" id="{07E4FFCC-6D50-AEBF-8517-95E7A417D9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16000" cy="21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89861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5EF66BF9-1205-4921-9848-E01F172B1E41}"/>
              </a:ext>
            </a:extLst>
          </p:cNvPr>
          <p:cNvSpPr/>
          <p:nvPr/>
        </p:nvSpPr>
        <p:spPr>
          <a:xfrm>
            <a:off x="161745" y="641132"/>
            <a:ext cx="207692" cy="5990897"/>
          </a:xfrm>
          <a:prstGeom prst="rect">
            <a:avLst/>
          </a:prstGeom>
          <a:solidFill>
            <a:schemeClr val="tx1"/>
          </a:solidFill>
          <a:ln w="254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Arrow: Right 5">
            <a:extLst>
              <a:ext uri="{FF2B5EF4-FFF2-40B4-BE49-F238E27FC236}">
                <a16:creationId xmlns:a16="http://schemas.microsoft.com/office/drawing/2014/main" id="{37D7CF4F-FF2A-4394-89CF-6DD9FAFE9EDE}"/>
              </a:ext>
            </a:extLst>
          </p:cNvPr>
          <p:cNvSpPr/>
          <p:nvPr/>
        </p:nvSpPr>
        <p:spPr>
          <a:xfrm>
            <a:off x="282327" y="740052"/>
            <a:ext cx="1434814" cy="276999"/>
          </a:xfrm>
          <a:custGeom>
            <a:avLst/>
            <a:gdLst>
              <a:gd name="connsiteX0" fmla="*/ 0 w 1727200"/>
              <a:gd name="connsiteY0" fmla="*/ 119380 h 477520"/>
              <a:gd name="connsiteX1" fmla="*/ 1488440 w 1727200"/>
              <a:gd name="connsiteY1" fmla="*/ 119380 h 477520"/>
              <a:gd name="connsiteX2" fmla="*/ 1488440 w 1727200"/>
              <a:gd name="connsiteY2" fmla="*/ 0 h 477520"/>
              <a:gd name="connsiteX3" fmla="*/ 1727200 w 1727200"/>
              <a:gd name="connsiteY3" fmla="*/ 238760 h 477520"/>
              <a:gd name="connsiteX4" fmla="*/ 1488440 w 1727200"/>
              <a:gd name="connsiteY4" fmla="*/ 477520 h 477520"/>
              <a:gd name="connsiteX5" fmla="*/ 1488440 w 1727200"/>
              <a:gd name="connsiteY5" fmla="*/ 358140 h 477520"/>
              <a:gd name="connsiteX6" fmla="*/ 0 w 1727200"/>
              <a:gd name="connsiteY6" fmla="*/ 358140 h 477520"/>
              <a:gd name="connsiteX7" fmla="*/ 0 w 1727200"/>
              <a:gd name="connsiteY7" fmla="*/ 119380 h 477520"/>
              <a:gd name="connsiteX0" fmla="*/ 0 w 1727200"/>
              <a:gd name="connsiteY0" fmla="*/ 11803 h 369943"/>
              <a:gd name="connsiteX1" fmla="*/ 1488440 w 1727200"/>
              <a:gd name="connsiteY1" fmla="*/ 11803 h 369943"/>
              <a:gd name="connsiteX2" fmla="*/ 1488440 w 1727200"/>
              <a:gd name="connsiteY2" fmla="*/ 0 h 369943"/>
              <a:gd name="connsiteX3" fmla="*/ 1727200 w 1727200"/>
              <a:gd name="connsiteY3" fmla="*/ 131183 h 369943"/>
              <a:gd name="connsiteX4" fmla="*/ 1488440 w 1727200"/>
              <a:gd name="connsiteY4" fmla="*/ 369943 h 369943"/>
              <a:gd name="connsiteX5" fmla="*/ 1488440 w 1727200"/>
              <a:gd name="connsiteY5" fmla="*/ 250563 h 369943"/>
              <a:gd name="connsiteX6" fmla="*/ 0 w 1727200"/>
              <a:gd name="connsiteY6" fmla="*/ 250563 h 369943"/>
              <a:gd name="connsiteX7" fmla="*/ 0 w 1727200"/>
              <a:gd name="connsiteY7" fmla="*/ 11803 h 369943"/>
              <a:gd name="connsiteX0" fmla="*/ 0 w 1727200"/>
              <a:gd name="connsiteY0" fmla="*/ 0 h 358140"/>
              <a:gd name="connsiteX1" fmla="*/ 1488440 w 1727200"/>
              <a:gd name="connsiteY1" fmla="*/ 0 h 358140"/>
              <a:gd name="connsiteX2" fmla="*/ 1497538 w 1727200"/>
              <a:gd name="connsiteY2" fmla="*/ 6394 h 358140"/>
              <a:gd name="connsiteX3" fmla="*/ 1727200 w 1727200"/>
              <a:gd name="connsiteY3" fmla="*/ 119380 h 358140"/>
              <a:gd name="connsiteX4" fmla="*/ 1488440 w 1727200"/>
              <a:gd name="connsiteY4" fmla="*/ 358140 h 358140"/>
              <a:gd name="connsiteX5" fmla="*/ 1488440 w 1727200"/>
              <a:gd name="connsiteY5" fmla="*/ 238760 h 358140"/>
              <a:gd name="connsiteX6" fmla="*/ 0 w 1727200"/>
              <a:gd name="connsiteY6" fmla="*/ 238760 h 358140"/>
              <a:gd name="connsiteX7" fmla="*/ 0 w 1727200"/>
              <a:gd name="connsiteY7" fmla="*/ 0 h 358140"/>
              <a:gd name="connsiteX0" fmla="*/ 0 w 1727200"/>
              <a:gd name="connsiteY0" fmla="*/ 0 h 239859"/>
              <a:gd name="connsiteX1" fmla="*/ 1488440 w 1727200"/>
              <a:gd name="connsiteY1" fmla="*/ 0 h 239859"/>
              <a:gd name="connsiteX2" fmla="*/ 1497538 w 1727200"/>
              <a:gd name="connsiteY2" fmla="*/ 6394 h 239859"/>
              <a:gd name="connsiteX3" fmla="*/ 1727200 w 1727200"/>
              <a:gd name="connsiteY3" fmla="*/ 119380 h 239859"/>
              <a:gd name="connsiteX4" fmla="*/ 1492989 w 1727200"/>
              <a:gd name="connsiteY4" fmla="*/ 239859 h 239859"/>
              <a:gd name="connsiteX5" fmla="*/ 1488440 w 1727200"/>
              <a:gd name="connsiteY5" fmla="*/ 238760 h 239859"/>
              <a:gd name="connsiteX6" fmla="*/ 0 w 1727200"/>
              <a:gd name="connsiteY6" fmla="*/ 238760 h 239859"/>
              <a:gd name="connsiteX7" fmla="*/ 0 w 1727200"/>
              <a:gd name="connsiteY7" fmla="*/ 0 h 239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27200" h="239859">
                <a:moveTo>
                  <a:pt x="0" y="0"/>
                </a:moveTo>
                <a:lnTo>
                  <a:pt x="1488440" y="0"/>
                </a:lnTo>
                <a:lnTo>
                  <a:pt x="1497538" y="6394"/>
                </a:lnTo>
                <a:lnTo>
                  <a:pt x="1727200" y="119380"/>
                </a:lnTo>
                <a:lnTo>
                  <a:pt x="1492989" y="239859"/>
                </a:lnTo>
                <a:lnTo>
                  <a:pt x="1488440" y="238760"/>
                </a:lnTo>
                <a:lnTo>
                  <a:pt x="0" y="23876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90000" tIns="0" rIns="180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new project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1340E3-E6E7-40FD-BFE9-9758DA67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45" y="185083"/>
            <a:ext cx="1352165" cy="369332"/>
          </a:xfrm>
          <a:gradFill>
            <a:gsLst>
              <a:gs pos="0">
                <a:srgbClr val="4472C4">
                  <a:lumMod val="5000"/>
                  <a:lumOff val="95000"/>
                </a:srgbClr>
              </a:gs>
              <a:gs pos="74000">
                <a:srgbClr val="4472C4">
                  <a:lumMod val="45000"/>
                  <a:lumOff val="55000"/>
                </a:srgbClr>
              </a:gs>
              <a:gs pos="83000">
                <a:srgbClr val="4472C4">
                  <a:lumMod val="45000"/>
                  <a:lumOff val="55000"/>
                </a:srgbClr>
              </a:gs>
              <a:gs pos="100000">
                <a:srgbClr val="4472C4">
                  <a:lumMod val="30000"/>
                  <a:lumOff val="70000"/>
                </a:srgbClr>
              </a:gs>
            </a:gsLst>
            <a:lin ang="5400000" scaled="1"/>
          </a:gradFill>
          <a:ln w="25400">
            <a:solidFill>
              <a:schemeClr val="accent5">
                <a:lumMod val="60000"/>
                <a:lumOff val="40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vert="horz" wrap="none" lIns="91440" tIns="45720" rIns="91440" bIns="45720" rtlCol="0" anchor="t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  <a:latin typeface="Calibri Light" panose="020F0302020204030204"/>
              </a:rPr>
              <a:t>Z. template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41A7F36-A6A2-4B0F-BFF3-546E7A3EE687}"/>
              </a:ext>
            </a:extLst>
          </p:cNvPr>
          <p:cNvSpPr/>
          <p:nvPr/>
        </p:nvSpPr>
        <p:spPr>
          <a:xfrm>
            <a:off x="3990477" y="641131"/>
            <a:ext cx="251307" cy="3081938"/>
          </a:xfrm>
          <a:prstGeom prst="roundRect">
            <a:avLst/>
          </a:prstGeom>
          <a:solidFill>
            <a:schemeClr val="tx1"/>
          </a:solidFill>
          <a:ln w="25400">
            <a:solidFill>
              <a:schemeClr val="accent6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eta para a Direita 19">
            <a:extLst>
              <a:ext uri="{FF2B5EF4-FFF2-40B4-BE49-F238E27FC236}">
                <a16:creationId xmlns:a16="http://schemas.microsoft.com/office/drawing/2014/main" id="{ECA516AD-C913-468A-98D2-3DA2573FC6F1}"/>
              </a:ext>
            </a:extLst>
          </p:cNvPr>
          <p:cNvSpPr/>
          <p:nvPr/>
        </p:nvSpPr>
        <p:spPr>
          <a:xfrm flipH="1">
            <a:off x="297492" y="1258802"/>
            <a:ext cx="1490957" cy="276999"/>
          </a:xfrm>
          <a:custGeom>
            <a:avLst/>
            <a:gdLst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137562 h 550247"/>
              <a:gd name="connsiteX1" fmla="*/ 2332036 w 2607159"/>
              <a:gd name="connsiteY1" fmla="*/ 137562 h 550247"/>
              <a:gd name="connsiteX2" fmla="*/ 2332036 w 2607159"/>
              <a:gd name="connsiteY2" fmla="*/ 0 h 550247"/>
              <a:gd name="connsiteX3" fmla="*/ 2607159 w 2607159"/>
              <a:gd name="connsiteY3" fmla="*/ 275124 h 550247"/>
              <a:gd name="connsiteX4" fmla="*/ 2332036 w 2607159"/>
              <a:gd name="connsiteY4" fmla="*/ 550247 h 550247"/>
              <a:gd name="connsiteX5" fmla="*/ 2332036 w 2607159"/>
              <a:gd name="connsiteY5" fmla="*/ 412685 h 550247"/>
              <a:gd name="connsiteX6" fmla="*/ 0 w 2607159"/>
              <a:gd name="connsiteY6" fmla="*/ 412685 h 550247"/>
              <a:gd name="connsiteX7" fmla="*/ 0 w 2607159"/>
              <a:gd name="connsiteY7" fmla="*/ 137562 h 550247"/>
              <a:gd name="connsiteX0" fmla="*/ 0 w 2607159"/>
              <a:gd name="connsiteY0" fmla="*/ 0 h 412685"/>
              <a:gd name="connsiteX1" fmla="*/ 2332036 w 2607159"/>
              <a:gd name="connsiteY1" fmla="*/ 0 h 412685"/>
              <a:gd name="connsiteX2" fmla="*/ 2607159 w 2607159"/>
              <a:gd name="connsiteY2" fmla="*/ 137562 h 412685"/>
              <a:gd name="connsiteX3" fmla="*/ 2332036 w 2607159"/>
              <a:gd name="connsiteY3" fmla="*/ 412685 h 412685"/>
              <a:gd name="connsiteX4" fmla="*/ 2332036 w 2607159"/>
              <a:gd name="connsiteY4" fmla="*/ 275123 h 412685"/>
              <a:gd name="connsiteX5" fmla="*/ 0 w 2607159"/>
              <a:gd name="connsiteY5" fmla="*/ 275123 h 412685"/>
              <a:gd name="connsiteX6" fmla="*/ 0 w 2607159"/>
              <a:gd name="connsiteY6" fmla="*/ 0 h 412685"/>
              <a:gd name="connsiteX0" fmla="*/ 0 w 2607159"/>
              <a:gd name="connsiteY0" fmla="*/ 0 h 275123"/>
              <a:gd name="connsiteX1" fmla="*/ 2332036 w 2607159"/>
              <a:gd name="connsiteY1" fmla="*/ 0 h 275123"/>
              <a:gd name="connsiteX2" fmla="*/ 2607159 w 2607159"/>
              <a:gd name="connsiteY2" fmla="*/ 137562 h 275123"/>
              <a:gd name="connsiteX3" fmla="*/ 2332036 w 2607159"/>
              <a:gd name="connsiteY3" fmla="*/ 275123 h 275123"/>
              <a:gd name="connsiteX4" fmla="*/ 0 w 2607159"/>
              <a:gd name="connsiteY4" fmla="*/ 275123 h 275123"/>
              <a:gd name="connsiteX5" fmla="*/ 0 w 2607159"/>
              <a:gd name="connsiteY5" fmla="*/ 0 h 275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607159" h="275123">
                <a:moveTo>
                  <a:pt x="0" y="0"/>
                </a:moveTo>
                <a:lnTo>
                  <a:pt x="2332036" y="0"/>
                </a:lnTo>
                <a:lnTo>
                  <a:pt x="2607159" y="137562"/>
                </a:lnTo>
                <a:lnTo>
                  <a:pt x="2332036" y="275123"/>
                </a:lnTo>
                <a:lnTo>
                  <a:pt x="0" y="275123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 w="25400">
            <a:solidFill>
              <a:schemeClr val="accent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0000" tIns="0" rIns="3600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ExecuteAsync</a:t>
            </a:r>
          </a:p>
        </p:txBody>
      </p:sp>
      <p:sp>
        <p:nvSpPr>
          <p:cNvPr id="39" name="Explosion: 14 Points 38">
            <a:extLst>
              <a:ext uri="{FF2B5EF4-FFF2-40B4-BE49-F238E27FC236}">
                <a16:creationId xmlns:a16="http://schemas.microsoft.com/office/drawing/2014/main" id="{726CC03A-7D6C-46EA-92A0-86DDE1A0107D}"/>
              </a:ext>
            </a:extLst>
          </p:cNvPr>
          <p:cNvSpPr/>
          <p:nvPr/>
        </p:nvSpPr>
        <p:spPr>
          <a:xfrm>
            <a:off x="328733" y="6044547"/>
            <a:ext cx="1625594" cy="622578"/>
          </a:xfrm>
          <a:prstGeom prst="irregularSeal2">
            <a:avLst/>
          </a:prstGeom>
          <a:solidFill>
            <a:schemeClr val="tx1"/>
          </a:solidFill>
          <a:ln>
            <a:solidFill>
              <a:srgbClr val="FF0000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success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41003E8-A938-463D-86F0-FCED56AC68C0}"/>
              </a:ext>
            </a:extLst>
          </p:cNvPr>
          <p:cNvSpPr/>
          <p:nvPr/>
        </p:nvSpPr>
        <p:spPr>
          <a:xfrm>
            <a:off x="283909" y="4930886"/>
            <a:ext cx="495300" cy="465224"/>
          </a:xfrm>
          <a:prstGeom prst="ellipse">
            <a:avLst/>
          </a:prstGeom>
          <a:solidFill>
            <a:schemeClr val="tx1"/>
          </a:solidFill>
          <a:ln w="254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 Light" panose="020F03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BFA1939-92C3-48AC-93EE-5C93B552D70D}"/>
              </a:ext>
            </a:extLst>
          </p:cNvPr>
          <p:cNvSpPr txBox="1"/>
          <p:nvPr/>
        </p:nvSpPr>
        <p:spPr>
          <a:xfrm>
            <a:off x="826994" y="4729870"/>
            <a:ext cx="598241" cy="769441"/>
          </a:xfrm>
          <a:prstGeom prst="rect">
            <a:avLst/>
          </a:prstGeom>
          <a:noFill/>
          <a:effectLst>
            <a:outerShdw blurRad="50800" dist="88900" dir="2700000" algn="tl" rotWithShape="0">
              <a:schemeClr val="bg1">
                <a:alpha val="40000"/>
              </a:schemeClr>
            </a:outerShdw>
          </a:effectLst>
        </p:spPr>
        <p:txBody>
          <a:bodyPr wrap="none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400" b="1" i="0" u="none" strike="noStrike" kern="1200" cap="none" spc="0" normalizeH="0" baseline="0" noProof="0" dirty="0">
                <a:ln>
                  <a:noFill/>
                </a:ln>
                <a:solidFill>
                  <a:srgbClr val="0645AD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⊂</a:t>
            </a:r>
            <a:endParaRPr kumimoji="0" lang="pt-PT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79007EFE-5D7A-41BC-9914-0012C2E39275}"/>
              </a:ext>
            </a:extLst>
          </p:cNvPr>
          <p:cNvSpPr/>
          <p:nvPr/>
        </p:nvSpPr>
        <p:spPr>
          <a:xfrm>
            <a:off x="2157928" y="1244459"/>
            <a:ext cx="1430895" cy="288147"/>
          </a:xfrm>
          <a:prstGeom prst="wedgeRectCallout">
            <a:avLst/>
          </a:prstGeom>
          <a:solidFill>
            <a:schemeClr val="tx1"/>
          </a:solidFill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36000" tIns="36000" rIns="36000" bIns="36000" rtlCol="0" anchor="t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square post-it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173AA0-1DC6-4E8A-8BC2-7BC8E1E52403}"/>
              </a:ext>
            </a:extLst>
          </p:cNvPr>
          <p:cNvSpPr txBox="1"/>
          <p:nvPr/>
        </p:nvSpPr>
        <p:spPr>
          <a:xfrm>
            <a:off x="596511" y="1816814"/>
            <a:ext cx="2825197" cy="954107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rtlCol="0">
            <a:spAutoFit/>
          </a:bodyPr>
          <a:lstStyle/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 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slash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followed </a:t>
            </a:r>
          </a:p>
          <a:p>
            <a:pPr marL="342889" marR="0" lvl="0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by </a:t>
            </a:r>
          </a:p>
          <a:p>
            <a:pPr marL="800073" marR="0" lvl="1" indent="-342889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two consecutive asterisks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445998E-B9E0-450B-B4CB-45822AEF0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781" y="1056976"/>
            <a:ext cx="2819089" cy="1233604"/>
          </a:xfrm>
          <a:prstGeom prst="rect">
            <a:avLst/>
          </a:prstGeom>
          <a:ln w="50800">
            <a:solidFill>
              <a:schemeClr val="accent6">
                <a:lumMod val="60000"/>
                <a:lumOff val="40000"/>
              </a:schemeClr>
            </a:solidFill>
          </a:ln>
          <a:effectLst>
            <a:outerShdw blurRad="50800" dist="127000" dir="2700000" algn="tl" rotWithShape="0">
              <a:schemeClr val="bg1">
                <a:alpha val="40000"/>
              </a:scheme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A7C638-5E21-411A-8DB8-B34B86A5195B}"/>
              </a:ext>
            </a:extLst>
          </p:cNvPr>
          <p:cNvGrpSpPr/>
          <p:nvPr/>
        </p:nvGrpSpPr>
        <p:grpSpPr>
          <a:xfrm>
            <a:off x="282327" y="4179726"/>
            <a:ext cx="1757548" cy="289586"/>
            <a:chOff x="5881666" y="1590687"/>
            <a:chExt cx="1757548" cy="289586"/>
          </a:xfrm>
        </p:grpSpPr>
        <p:sp>
          <p:nvSpPr>
            <p:cNvPr id="22" name="Retângulo 5">
              <a:extLst>
                <a:ext uri="{FF2B5EF4-FFF2-40B4-BE49-F238E27FC236}">
                  <a16:creationId xmlns:a16="http://schemas.microsoft.com/office/drawing/2014/main" id="{D6D9B7B9-E922-474A-9604-497F2E4C0AAE}"/>
                </a:ext>
              </a:extLst>
            </p:cNvPr>
            <p:cNvSpPr/>
            <p:nvPr/>
          </p:nvSpPr>
          <p:spPr>
            <a:xfrm>
              <a:off x="6081095" y="1603274"/>
              <a:ext cx="155811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3"/>
                </a:rPr>
                <a:t>entity framework plus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23" name="Picture 22" descr="Icon&#10;&#10;Description automatically generated">
              <a:extLst>
                <a:ext uri="{FF2B5EF4-FFF2-40B4-BE49-F238E27FC236}">
                  <a16:creationId xmlns:a16="http://schemas.microsoft.com/office/drawing/2014/main" id="{24B73C90-D5FA-44E4-A9BA-5A25A7089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81666" y="1590687"/>
              <a:ext cx="277000" cy="277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A5372C-BF23-4DD1-B84D-A97DCF885AD8}"/>
              </a:ext>
            </a:extLst>
          </p:cNvPr>
          <p:cNvGrpSpPr/>
          <p:nvPr/>
        </p:nvGrpSpPr>
        <p:grpSpPr>
          <a:xfrm>
            <a:off x="238309" y="3772837"/>
            <a:ext cx="1452384" cy="283293"/>
            <a:chOff x="5611636" y="5954426"/>
            <a:chExt cx="1452385" cy="283293"/>
          </a:xfrm>
        </p:grpSpPr>
        <p:pic>
          <p:nvPicPr>
            <p:cNvPr id="28" name="Picture 27" descr="Icon&#10;&#10;Description automatically generated">
              <a:extLst>
                <a:ext uri="{FF2B5EF4-FFF2-40B4-BE49-F238E27FC236}">
                  <a16:creationId xmlns:a16="http://schemas.microsoft.com/office/drawing/2014/main" id="{C14A7DDB-9D0A-42FA-8AE2-ECECEE19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611636" y="5973306"/>
              <a:ext cx="495775" cy="264413"/>
            </a:xfrm>
            <a:prstGeom prst="rect">
              <a:avLst/>
            </a:prstGeom>
          </p:spPr>
        </p:pic>
        <p:sp>
          <p:nvSpPr>
            <p:cNvPr id="29" name="Retângulo 5">
              <a:extLst>
                <a:ext uri="{FF2B5EF4-FFF2-40B4-BE49-F238E27FC236}">
                  <a16:creationId xmlns:a16="http://schemas.microsoft.com/office/drawing/2014/main" id="{2C3464DC-863E-4361-935F-522237E7A133}"/>
                </a:ext>
              </a:extLst>
            </p:cNvPr>
            <p:cNvSpPr/>
            <p:nvPr/>
          </p:nvSpPr>
          <p:spPr>
            <a:xfrm>
              <a:off x="6107411" y="5954426"/>
              <a:ext cx="956610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6" action="ppaction://hlinkpres?slideindex=1&amp;slidetitle="/>
                </a:rPr>
                <a:t>introduction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3DBE82E-A82D-4677-8A19-683B4B93F017}"/>
              </a:ext>
            </a:extLst>
          </p:cNvPr>
          <p:cNvGrpSpPr/>
          <p:nvPr/>
        </p:nvGrpSpPr>
        <p:grpSpPr>
          <a:xfrm>
            <a:off x="304221" y="3307233"/>
            <a:ext cx="1355442" cy="330654"/>
            <a:chOff x="421365" y="4900305"/>
            <a:chExt cx="1355443" cy="330654"/>
          </a:xfrm>
        </p:grpSpPr>
        <p:sp>
          <p:nvSpPr>
            <p:cNvPr id="32" name="Retângulo 5">
              <a:extLst>
                <a:ext uri="{FF2B5EF4-FFF2-40B4-BE49-F238E27FC236}">
                  <a16:creationId xmlns:a16="http://schemas.microsoft.com/office/drawing/2014/main" id="{6A7CEFA0-0CCF-4F88-9B65-C6508FBF8450}"/>
                </a:ext>
              </a:extLst>
            </p:cNvPr>
            <p:cNvSpPr/>
            <p:nvPr/>
          </p:nvSpPr>
          <p:spPr>
            <a:xfrm>
              <a:off x="702474" y="4953960"/>
              <a:ext cx="107433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  <a:hlinkClick r:id="rId7" action="ppaction://hlinkpres?slideindex=1&amp;slidetitle="/>
                </a:rPr>
                <a:t>functionalities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CEB76E67-591A-4CE5-8666-F4DF923D567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21365" y="4900305"/>
              <a:ext cx="276999" cy="27699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89B9DD3-97AA-4CD5-8C66-FFB990370CCC}"/>
              </a:ext>
            </a:extLst>
          </p:cNvPr>
          <p:cNvGrpSpPr/>
          <p:nvPr/>
        </p:nvGrpSpPr>
        <p:grpSpPr>
          <a:xfrm>
            <a:off x="290665" y="2916452"/>
            <a:ext cx="3350796" cy="299662"/>
            <a:chOff x="1643297" y="4045816"/>
            <a:chExt cx="3350796" cy="299662"/>
          </a:xfrm>
        </p:grpSpPr>
        <p:sp>
          <p:nvSpPr>
            <p:cNvPr id="35" name="CaixaDeTexto 17">
              <a:hlinkClick r:id="rId10" action="ppaction://program"/>
              <a:extLst>
                <a:ext uri="{FF2B5EF4-FFF2-40B4-BE49-F238E27FC236}">
                  <a16:creationId xmlns:a16="http://schemas.microsoft.com/office/drawing/2014/main" id="{C4FEBFE7-3F98-4DDB-B986-E3F0FBEC1A0E}"/>
                </a:ext>
              </a:extLst>
            </p:cNvPr>
            <p:cNvSpPr txBox="1"/>
            <p:nvPr/>
          </p:nvSpPr>
          <p:spPr>
            <a:xfrm>
              <a:off x="1980063" y="4103314"/>
              <a:ext cx="3014030" cy="184666"/>
            </a:xfrm>
            <a:prstGeom prst="rect">
              <a:avLst/>
            </a:prstGeom>
            <a:noFill/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sng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50000"/>
                    </a:srgbClr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1" action="ppaction://hlinkfile"/>
                </a:rPr>
                <a:t>D:\A1_research\C2_c0dice\B1_jmeter\A1_install</a:t>
              </a:r>
              <a:endParaRPr kumimoji="0" lang="en-US" sz="1200" b="0" i="0" u="sng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  <p:pic>
          <p:nvPicPr>
            <p:cNvPr id="37" name="Imagem 18">
              <a:hlinkClick r:id="rId10" action="ppaction://program"/>
              <a:extLst>
                <a:ext uri="{FF2B5EF4-FFF2-40B4-BE49-F238E27FC236}">
                  <a16:creationId xmlns:a16="http://schemas.microsoft.com/office/drawing/2014/main" id="{9DA85EDB-3BB2-4480-9EAC-60E04204F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43297" y="4045816"/>
              <a:ext cx="295651" cy="299662"/>
            </a:xfrm>
            <a:prstGeom prst="rect">
              <a:avLst/>
            </a:prstGeom>
          </p:spPr>
        </p:pic>
      </p:grpSp>
      <p:sp>
        <p:nvSpPr>
          <p:cNvPr id="24" name="Texto Explicativo 1 23"/>
          <p:cNvSpPr/>
          <p:nvPr/>
        </p:nvSpPr>
        <p:spPr>
          <a:xfrm flipH="1">
            <a:off x="321498" y="5499311"/>
            <a:ext cx="1682631" cy="442035"/>
          </a:xfrm>
          <a:prstGeom prst="borderCallout1">
            <a:avLst>
              <a:gd name="adj1" fmla="val 57951"/>
              <a:gd name="adj2" fmla="val -2146"/>
              <a:gd name="adj3" fmla="val -108706"/>
              <a:gd name="adj4" fmla="val -25813"/>
            </a:avLst>
          </a:prstGeom>
          <a:solidFill>
            <a:schemeClr val="tx1"/>
          </a:solidFill>
          <a:ln w="25400">
            <a:solidFill>
              <a:schemeClr val="tx2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>
            <a:spAutoFit/>
          </a:bodyPr>
          <a:lstStyle/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every key-frame</a:t>
            </a:r>
          </a:p>
          <a:p>
            <a:pPr marL="228592" marR="0" lvl="0" indent="-228592" algn="just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defines the operation </a:t>
            </a:r>
          </a:p>
        </p:txBody>
      </p:sp>
      <p:cxnSp>
        <p:nvCxnSpPr>
          <p:cNvPr id="26" name="Conector Angulado 25"/>
          <p:cNvCxnSpPr>
            <a:stCxn id="3" idx="1"/>
          </p:cNvCxnSpPr>
          <p:nvPr/>
        </p:nvCxnSpPr>
        <p:spPr>
          <a:xfrm rot="10800000" flipH="1">
            <a:off x="3949147" y="3636580"/>
            <a:ext cx="3460441" cy="742678"/>
          </a:xfrm>
          <a:prstGeom prst="bentConnector3">
            <a:avLst>
              <a:gd name="adj1" fmla="val 32839"/>
            </a:avLst>
          </a:prstGeom>
          <a:ln w="952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tângulo 20"/>
          <p:cNvSpPr/>
          <p:nvPr/>
        </p:nvSpPr>
        <p:spPr>
          <a:xfrm>
            <a:off x="4241784" y="2693963"/>
            <a:ext cx="2047445" cy="4449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peech Bubble: Rectangle 43">
            <a:extLst>
              <a:ext uri="{FF2B5EF4-FFF2-40B4-BE49-F238E27FC236}">
                <a16:creationId xmlns:a16="http://schemas.microsoft.com/office/drawing/2014/main" id="{F6BD38D4-616B-4E52-AF29-D8B40FBECD17}"/>
              </a:ext>
            </a:extLst>
          </p:cNvPr>
          <p:cNvSpPr/>
          <p:nvPr/>
        </p:nvSpPr>
        <p:spPr>
          <a:xfrm>
            <a:off x="911636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1"/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sp>
        <p:nvSpPr>
          <p:cNvPr id="46" name="Speech Bubble: Rectangle 45">
            <a:extLst>
              <a:ext uri="{FF2B5EF4-FFF2-40B4-BE49-F238E27FC236}">
                <a16:creationId xmlns:a16="http://schemas.microsoft.com/office/drawing/2014/main" id="{15AAAA5B-560F-4C04-8412-8AC4C406E504}"/>
              </a:ext>
            </a:extLst>
          </p:cNvPr>
          <p:cNvSpPr/>
          <p:nvPr/>
        </p:nvSpPr>
        <p:spPr>
          <a:xfrm>
            <a:off x="8424446" y="1351608"/>
            <a:ext cx="412540" cy="246221"/>
          </a:xfrm>
          <a:prstGeom prst="wedgeRectCallout">
            <a:avLst>
              <a:gd name="adj1" fmla="val 50293"/>
              <a:gd name="adj2" fmla="val 102854"/>
            </a:avLst>
          </a:prstGeom>
          <a:solidFill>
            <a:schemeClr val="tx1"/>
          </a:solidFill>
          <a:ln w="12700" cap="flat" cmpd="sng" algn="ctr">
            <a:solidFill>
              <a:schemeClr val="accent4">
                <a:lumMod val="60000"/>
                <a:lumOff val="40000"/>
              </a:schemeClr>
            </a:solidFill>
            <a:prstDash val="solid"/>
            <a:miter lim="800000"/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0" rIns="36000" bIns="0" rtlCol="0" anchor="ctr">
            <a:spAutoFit/>
          </a:bodyPr>
          <a:lstStyle/>
          <a:p>
            <a:pPr marL="0" marR="0" lvl="0" indent="0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why</a:t>
            </a:r>
          </a:p>
        </p:txBody>
      </p:sp>
      <p:sp>
        <p:nvSpPr>
          <p:cNvPr id="47" name="Speech Bubble: Rectangle 46">
            <a:extLst>
              <a:ext uri="{FF2B5EF4-FFF2-40B4-BE49-F238E27FC236}">
                <a16:creationId xmlns:a16="http://schemas.microsoft.com/office/drawing/2014/main" id="{FB1F092E-1B0D-4BB5-806F-AA343368C3AF}"/>
              </a:ext>
            </a:extLst>
          </p:cNvPr>
          <p:cNvSpPr/>
          <p:nvPr/>
        </p:nvSpPr>
        <p:spPr>
          <a:xfrm>
            <a:off x="10325013" y="1155794"/>
            <a:ext cx="973655" cy="442035"/>
          </a:xfrm>
          <a:prstGeom prst="wedgeRectCallout">
            <a:avLst>
              <a:gd name="adj1" fmla="val 37971"/>
              <a:gd name="adj2" fmla="val 86512"/>
            </a:avLst>
          </a:prstGeom>
          <a:solidFill>
            <a:schemeClr val="tx1"/>
          </a:solidFill>
          <a:ln>
            <a:solidFill>
              <a:schemeClr val="accent2">
                <a:lumMod val="75000"/>
              </a:schemeClr>
            </a:solidFill>
          </a:ln>
          <a:effectLst>
            <a:outerShdw blurRad="50800" dist="63500" dir="2700000" algn="tl" rotWithShape="0">
              <a:schemeClr val="bg1">
                <a:alpha val="40000"/>
              </a:schemeClr>
            </a:outerShdw>
          </a:effectLst>
        </p:spPr>
        <p:txBody>
          <a:bodyPr wrap="none" lIns="36000" tIns="36000" rIns="36000" bIns="36000" rtlCol="0">
            <a:spAutoFit/>
          </a:bodyPr>
          <a:lstStyle/>
          <a:p>
            <a:pPr marL="228592" marR="0" lvl="0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download </a:t>
            </a:r>
          </a:p>
          <a:p>
            <a:pPr marL="685776" marR="0" lvl="1" indent="-228592" algn="l" defTabSz="9143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exe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E284B9F-C4D8-A57A-BF8B-CF836910A207}"/>
              </a:ext>
            </a:extLst>
          </p:cNvPr>
          <p:cNvGrpSpPr/>
          <p:nvPr/>
        </p:nvGrpSpPr>
        <p:grpSpPr>
          <a:xfrm>
            <a:off x="1797877" y="3763539"/>
            <a:ext cx="944016" cy="286297"/>
            <a:chOff x="2738297" y="4386269"/>
            <a:chExt cx="944016" cy="2862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D5766B8-790D-759C-ADD6-4326FD84DB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clrChange>
                <a:clrFrom>
                  <a:srgbClr val="1E1F20"/>
                </a:clrFrom>
                <a:clrTo>
                  <a:srgbClr val="1E1F2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738297" y="4386269"/>
              <a:ext cx="217052" cy="274320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C32A992-D5D5-61BD-D9A8-230175E6B43D}"/>
                </a:ext>
              </a:extLst>
            </p:cNvPr>
            <p:cNvSpPr/>
            <p:nvPr/>
          </p:nvSpPr>
          <p:spPr>
            <a:xfrm>
              <a:off x="2928581" y="4395567"/>
              <a:ext cx="753732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4" action="ppaction://hlinksldjump"/>
                </a:rPr>
                <a:t>build-exe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416EAEF-D73C-1B4B-6613-895962B3B06F}"/>
              </a:ext>
            </a:extLst>
          </p:cNvPr>
          <p:cNvGrpSpPr/>
          <p:nvPr/>
        </p:nvGrpSpPr>
        <p:grpSpPr>
          <a:xfrm>
            <a:off x="304221" y="4578790"/>
            <a:ext cx="616475" cy="215444"/>
            <a:chOff x="3185324" y="4875184"/>
            <a:chExt cx="616475" cy="215444"/>
          </a:xfrm>
        </p:grpSpPr>
        <p:pic>
          <p:nvPicPr>
            <p:cNvPr id="8" name="Picture 2" descr="Citekeeper Is A Crowdsourced - Play Icon White Png (841x764), Png Download">
              <a:extLst>
                <a:ext uri="{FF2B5EF4-FFF2-40B4-BE49-F238E27FC236}">
                  <a16:creationId xmlns:a16="http://schemas.microsoft.com/office/drawing/2014/main" id="{53F747F5-8112-4BCE-7DCC-A69372F4C7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5324" y="4899831"/>
              <a:ext cx="182880" cy="1661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Retângulo 5">
              <a:extLst>
                <a:ext uri="{FF2B5EF4-FFF2-40B4-BE49-F238E27FC236}">
                  <a16:creationId xmlns:a16="http://schemas.microsoft.com/office/drawing/2014/main" id="{13F14E3A-2447-8E89-E7FE-CE197AD1B9F0}"/>
                </a:ext>
              </a:extLst>
            </p:cNvPr>
            <p:cNvSpPr/>
            <p:nvPr/>
          </p:nvSpPr>
          <p:spPr>
            <a:xfrm>
              <a:off x="3304547" y="4875184"/>
              <a:ext cx="497252" cy="21544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3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  <a:hlinkClick r:id="rId16" action="ppaction://hlinkfile"/>
                </a:rPr>
                <a:t>zig help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3" name="Right Brace 2">
            <a:extLst>
              <a:ext uri="{FF2B5EF4-FFF2-40B4-BE49-F238E27FC236}">
                <a16:creationId xmlns:a16="http://schemas.microsoft.com/office/drawing/2014/main" id="{28F89B6D-FD21-4FB5-B0CE-885E5C11A610}"/>
              </a:ext>
            </a:extLst>
          </p:cNvPr>
          <p:cNvSpPr/>
          <p:nvPr/>
        </p:nvSpPr>
        <p:spPr>
          <a:xfrm>
            <a:off x="3829878" y="4179726"/>
            <a:ext cx="119270" cy="399064"/>
          </a:xfrm>
          <a:prstGeom prst="rightBrac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073845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71765</TotalTime>
  <Words>128</Words>
  <Application>Microsoft Office PowerPoint</Application>
  <PresentationFormat>Widescreen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Wingdings</vt:lpstr>
      <vt:lpstr>Tema do Office</vt:lpstr>
      <vt:lpstr>Office Theme</vt:lpstr>
      <vt:lpstr>1. main</vt:lpstr>
      <vt:lpstr>2. overview</vt:lpstr>
      <vt:lpstr>3. install</vt:lpstr>
      <vt:lpstr>3.1 prerequisites</vt:lpstr>
      <vt:lpstr>3.2 setup</vt:lpstr>
      <vt:lpstr>3.3 install</vt:lpstr>
      <vt:lpstr>3.4 launch</vt:lpstr>
      <vt:lpstr>2.1.5 run</vt:lpstr>
      <vt:lpstr>4. features</vt:lpstr>
      <vt:lpstr>Z. template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Evaristo</dc:creator>
  <cp:lastModifiedBy>Evaristo</cp:lastModifiedBy>
  <cp:revision>1178</cp:revision>
  <dcterms:created xsi:type="dcterms:W3CDTF">2019-03-25T09:18:39Z</dcterms:created>
  <dcterms:modified xsi:type="dcterms:W3CDTF">2024-04-11T19:04:51Z</dcterms:modified>
</cp:coreProperties>
</file>