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9" r:id="rId3"/>
    <p:sldId id="407" r:id="rId4"/>
    <p:sldId id="408" r:id="rId5"/>
    <p:sldId id="409" r:id="rId6"/>
    <p:sldId id="377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../studio.pptx" TargetMode="External"/><Relationship Id="rId4" Type="http://schemas.openxmlformats.org/officeDocument/2006/relationships/hyperlink" Target="../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D:\autogen\samples\apps\autogen-studio" TargetMode="External"/><Relationship Id="rId2" Type="http://schemas.openxmlformats.org/officeDocument/2006/relationships/hyperlink" Target="file:///C:\Windows\explorer.exe%20F:\ides\AZ_vStudio2017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D:\autogen\samples\apps\autogen-studio" TargetMode="External"/><Relationship Id="rId2" Type="http://schemas.openxmlformats.org/officeDocument/2006/relationships/hyperlink" Target="file:///C:\Windows\explorer.exe%20F:\ides\AZ_vStudio2017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file:///D:\autogen\samples\apps\autogen-studi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2.png"/><Relationship Id="rId2" Type="http://schemas.openxmlformats.org/officeDocument/2006/relationships/image" Target="../media/image4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9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7.svg"/><Relationship Id="rId1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0512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run steps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7C08B79-1E81-DB01-C66F-41D57F0B8B3F}"/>
              </a:ext>
            </a:extLst>
          </p:cNvPr>
          <p:cNvGrpSpPr/>
          <p:nvPr/>
        </p:nvGrpSpPr>
        <p:grpSpPr>
          <a:xfrm>
            <a:off x="10525307" y="736035"/>
            <a:ext cx="1069971" cy="283293"/>
            <a:chOff x="5611636" y="5954426"/>
            <a:chExt cx="1069972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AC3B3F01-B8EB-C8C4-E3CA-A771A6DC6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B2877F2A-9F13-2660-72DF-4F9FFCCD9226}"/>
                </a:ext>
              </a:extLst>
            </p:cNvPr>
            <p:cNvSpPr/>
            <p:nvPr/>
          </p:nvSpPr>
          <p:spPr>
            <a:xfrm>
              <a:off x="6107411" y="5954426"/>
              <a:ext cx="5741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51E4E-6F0D-ED4C-C2B4-96F7D1B6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AB5E-3BD5-3447-C805-C250D7AC0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909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19298F1F-0069-4A76-3E60-206FD1AF20F5}"/>
              </a:ext>
            </a:extLst>
          </p:cNvPr>
          <p:cNvSpPr/>
          <p:nvPr/>
        </p:nvSpPr>
        <p:spPr>
          <a:xfrm>
            <a:off x="1132994" y="490002"/>
            <a:ext cx="2706437" cy="257369"/>
          </a:xfrm>
          <a:prstGeom prst="wedgeRectCallout">
            <a:avLst>
              <a:gd name="adj1" fmla="val -24747"/>
              <a:gd name="adj2" fmla="val -691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pip install -r requirements.txt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14512-66DE-AEB7-6598-7F491649EDC7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AD79C3D8-1345-C2A5-28F1-64F453C39E49}"/>
              </a:ext>
            </a:extLst>
          </p:cNvPr>
          <p:cNvSpPr/>
          <p:nvPr/>
        </p:nvSpPr>
        <p:spPr>
          <a:xfrm>
            <a:off x="307284" y="213003"/>
            <a:ext cx="44415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CDB4C7-7681-B886-B493-1276059FF567}"/>
              </a:ext>
            </a:extLst>
          </p:cNvPr>
          <p:cNvGrpSpPr/>
          <p:nvPr/>
        </p:nvGrpSpPr>
        <p:grpSpPr>
          <a:xfrm>
            <a:off x="796228" y="172360"/>
            <a:ext cx="2933759" cy="299662"/>
            <a:chOff x="1643297" y="4045816"/>
            <a:chExt cx="2933759" cy="299662"/>
          </a:xfrm>
        </p:grpSpPr>
        <p:sp>
          <p:nvSpPr>
            <p:cNvPr id="12" name="CaixaDeTexto 17">
              <a:hlinkClick r:id="rId2" action="ppaction://program"/>
              <a:extLst>
                <a:ext uri="{FF2B5EF4-FFF2-40B4-BE49-F238E27FC236}">
                  <a16:creationId xmlns:a16="http://schemas.microsoft.com/office/drawing/2014/main" id="{8E76F97D-1898-1479-ABB6-83A731CAF243}"/>
                </a:ext>
              </a:extLst>
            </p:cNvPr>
            <p:cNvSpPr txBox="1"/>
            <p:nvPr/>
          </p:nvSpPr>
          <p:spPr>
            <a:xfrm>
              <a:off x="1980063" y="4103314"/>
              <a:ext cx="259699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3" action="ppaction://hlinkfile"/>
                </a:rPr>
                <a:t>D:\autogen\samples\apps\autogen-studio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3" name="Imagem 18">
              <a:hlinkClick r:id="rId2" action="ppaction://program"/>
              <a:extLst>
                <a:ext uri="{FF2B5EF4-FFF2-40B4-BE49-F238E27FC236}">
                  <a16:creationId xmlns:a16="http://schemas.microsoft.com/office/drawing/2014/main" id="{5FB798FA-A69D-C32B-BE05-84BA03242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0F46D61-2BB3-35B4-BB39-FE3334294BD5}"/>
              </a:ext>
            </a:extLst>
          </p:cNvPr>
          <p:cNvSpPr/>
          <p:nvPr/>
        </p:nvSpPr>
        <p:spPr>
          <a:xfrm>
            <a:off x="1132993" y="878191"/>
            <a:ext cx="2366601" cy="257369"/>
          </a:xfrm>
          <a:prstGeom prst="wedgeRectCallout">
            <a:avLst>
              <a:gd name="adj1" fmla="val -24747"/>
              <a:gd name="adj2" fmla="val -691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pip install fastapi uvicorn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7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F56DD-9498-FBD4-5372-2D477AB0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FC6DB-1ECE-4E8A-7B1F-A9716BA70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312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build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AC0E0EBF-E5D7-B10F-5B31-BD04F7B60ACC}"/>
              </a:ext>
            </a:extLst>
          </p:cNvPr>
          <p:cNvSpPr/>
          <p:nvPr/>
        </p:nvSpPr>
        <p:spPr>
          <a:xfrm>
            <a:off x="1132994" y="490002"/>
            <a:ext cx="1856846" cy="257369"/>
          </a:xfrm>
          <a:prstGeom prst="wedgeRectCallout">
            <a:avLst>
              <a:gd name="adj1" fmla="val -24747"/>
              <a:gd name="adj2" fmla="val -691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python setup.py build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6DAFB-DEF2-5BF3-9EDD-6B1C1AB093D1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6B0EB45B-F3A6-00FA-6FAE-91C72857B75F}"/>
              </a:ext>
            </a:extLst>
          </p:cNvPr>
          <p:cNvSpPr/>
          <p:nvPr/>
        </p:nvSpPr>
        <p:spPr>
          <a:xfrm>
            <a:off x="307284" y="213003"/>
            <a:ext cx="44415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BAAF0C-0D04-DE86-4B4C-882341AAF91D}"/>
              </a:ext>
            </a:extLst>
          </p:cNvPr>
          <p:cNvGrpSpPr/>
          <p:nvPr/>
        </p:nvGrpSpPr>
        <p:grpSpPr>
          <a:xfrm>
            <a:off x="796228" y="172360"/>
            <a:ext cx="2933759" cy="299662"/>
            <a:chOff x="1643297" y="4045816"/>
            <a:chExt cx="2933759" cy="299662"/>
          </a:xfrm>
        </p:grpSpPr>
        <p:sp>
          <p:nvSpPr>
            <p:cNvPr id="12" name="CaixaDeTexto 17">
              <a:hlinkClick r:id="rId2" action="ppaction://program"/>
              <a:extLst>
                <a:ext uri="{FF2B5EF4-FFF2-40B4-BE49-F238E27FC236}">
                  <a16:creationId xmlns:a16="http://schemas.microsoft.com/office/drawing/2014/main" id="{11E36DE3-14DC-835F-12E8-843AC3A1F444}"/>
                </a:ext>
              </a:extLst>
            </p:cNvPr>
            <p:cNvSpPr txBox="1"/>
            <p:nvPr/>
          </p:nvSpPr>
          <p:spPr>
            <a:xfrm>
              <a:off x="1980063" y="4103314"/>
              <a:ext cx="259699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3" action="ppaction://hlinkfile"/>
                </a:rPr>
                <a:t>D:\autogen\samples\apps\autogen-studio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3" name="Imagem 18">
              <a:hlinkClick r:id="rId2" action="ppaction://program"/>
              <a:extLst>
                <a:ext uri="{FF2B5EF4-FFF2-40B4-BE49-F238E27FC236}">
                  <a16:creationId xmlns:a16="http://schemas.microsoft.com/office/drawing/2014/main" id="{10F8E564-5826-9D62-0F2F-2B4F09C7C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88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2F098-2B40-2A6A-3A27-F17E5F0A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D66DB0-0BEF-369A-FD71-639D7D8A2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128" y="1861794"/>
            <a:ext cx="6218931" cy="353970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3D23D4-4B8C-48D1-E599-417165AD3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4854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run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1149F23C-36E9-C15F-6157-1C33FBE2DE1E}"/>
              </a:ext>
            </a:extLst>
          </p:cNvPr>
          <p:cNvSpPr/>
          <p:nvPr/>
        </p:nvSpPr>
        <p:spPr>
          <a:xfrm>
            <a:off x="1132994" y="490002"/>
            <a:ext cx="2961314" cy="257369"/>
          </a:xfrm>
          <a:prstGeom prst="wedgeRectCallout">
            <a:avLst>
              <a:gd name="adj1" fmla="val -24747"/>
              <a:gd name="adj2" fmla="val -691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python -m autogenstudio.cli --help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08E438-8B2F-7296-78BF-AF58DB57BD2C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A89F08C5-B105-8337-E9D4-57EDC4FC04B6}"/>
              </a:ext>
            </a:extLst>
          </p:cNvPr>
          <p:cNvSpPr/>
          <p:nvPr/>
        </p:nvSpPr>
        <p:spPr>
          <a:xfrm>
            <a:off x="307284" y="213003"/>
            <a:ext cx="44415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B358E2-9EE0-F1AD-2772-A15BA918251D}"/>
              </a:ext>
            </a:extLst>
          </p:cNvPr>
          <p:cNvGrpSpPr/>
          <p:nvPr/>
        </p:nvGrpSpPr>
        <p:grpSpPr>
          <a:xfrm>
            <a:off x="796228" y="172360"/>
            <a:ext cx="2933759" cy="299662"/>
            <a:chOff x="1643297" y="4045816"/>
            <a:chExt cx="2933759" cy="299662"/>
          </a:xfrm>
        </p:grpSpPr>
        <p:sp>
          <p:nvSpPr>
            <p:cNvPr id="12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4D37195C-586E-78E9-A58C-1D194CCB66B6}"/>
                </a:ext>
              </a:extLst>
            </p:cNvPr>
            <p:cNvSpPr txBox="1"/>
            <p:nvPr/>
          </p:nvSpPr>
          <p:spPr>
            <a:xfrm>
              <a:off x="1980063" y="4103314"/>
              <a:ext cx="259699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D:\autogen\samples\apps\autogen-studio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3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A8EEEE9E-B3D1-8E74-C658-F49AC9511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CB8C3EB8-0FA9-84EE-439D-5E5C46FCEC59}"/>
              </a:ext>
            </a:extLst>
          </p:cNvPr>
          <p:cNvSpPr/>
          <p:nvPr/>
        </p:nvSpPr>
        <p:spPr>
          <a:xfrm>
            <a:off x="1132994" y="822849"/>
            <a:ext cx="3640988" cy="257369"/>
          </a:xfrm>
          <a:prstGeom prst="wedgeRectCallout">
            <a:avLst>
              <a:gd name="adj1" fmla="val -24747"/>
              <a:gd name="adj2" fmla="val -6918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python -m autogenstudio.cli ui --port 8081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67E76744-3E6C-DD69-96CC-26A8E1C397CB}"/>
              </a:ext>
            </a:extLst>
          </p:cNvPr>
          <p:cNvSpPr/>
          <p:nvPr/>
        </p:nvSpPr>
        <p:spPr>
          <a:xfrm>
            <a:off x="2073634" y="1239216"/>
            <a:ext cx="2026425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34843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71764</TotalTime>
  <Words>136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run steps</vt:lpstr>
      <vt:lpstr>2. install</vt:lpstr>
      <vt:lpstr>3. build</vt:lpstr>
      <vt:lpstr>4. run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1178</cp:revision>
  <dcterms:created xsi:type="dcterms:W3CDTF">2019-03-25T09:18:39Z</dcterms:created>
  <dcterms:modified xsi:type="dcterms:W3CDTF">2024-04-11T19:11:47Z</dcterms:modified>
</cp:coreProperties>
</file>