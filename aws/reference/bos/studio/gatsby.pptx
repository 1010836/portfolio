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8"/>
  </p:notesMasterIdLst>
  <p:sldIdLst>
    <p:sldId id="259" r:id="rId3"/>
    <p:sldId id="407" r:id="rId4"/>
    <p:sldId id="408" r:id="rId5"/>
    <p:sldId id="409" r:id="rId6"/>
    <p:sldId id="377" r:id="rId7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4525" autoAdjust="0"/>
    <p:restoredTop sz="86410" autoAdjust="0"/>
  </p:normalViewPr>
  <p:slideViewPr>
    <p:cSldViewPr snapToGrid="0">
      <p:cViewPr varScale="1">
        <p:scale>
          <a:sx n="82" d="100"/>
          <a:sy n="82" d="100"/>
        </p:scale>
        <p:origin x="667" y="21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4" d="100"/>
          <a:sy n="64" d="100"/>
        </p:scale>
        <p:origin x="2616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heme" Target="theme/theme1.xml"/><Relationship Id="rId5" Type="http://schemas.openxmlformats.org/officeDocument/2006/relationships/slide" Target="slides/slide3.xml"/><Relationship Id="rId10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3D7D23-95FE-4191-B08D-3CBB1E1CEEFE}" type="datetimeFigureOut">
              <a:rPr lang="pt-PT" smtClean="0"/>
              <a:t>26/04/2024</a:t>
            </a:fld>
            <a:endParaRPr lang="pt-PT" dirty="0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 dirty="0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70636E-53A0-461E-B4DA-47B90EBA88BA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26357776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pt-PT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ED97C-8255-4BAC-9D42-1F6A6651E287}" type="datetime1">
              <a:rPr lang="pt-PT" smtClean="0"/>
              <a:t>26/04/2024</a:t>
            </a:fld>
            <a:endParaRPr lang="pt-PT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A36E7-31EC-407D-BF78-82EE1FFE6676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13811978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36660-F7C2-4C37-BD61-E2E985519A54}" type="datetime1">
              <a:rPr lang="pt-PT" smtClean="0"/>
              <a:t>26/04/2024</a:t>
            </a:fld>
            <a:endParaRPr lang="pt-PT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A36E7-31EC-407D-BF78-82EE1FFE6676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13159003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1C553A-1723-4842-A3DB-E76BD21F5C6D}" type="datetime1">
              <a:rPr lang="pt-PT" smtClean="0"/>
              <a:t>26/04/2024</a:t>
            </a:fld>
            <a:endParaRPr lang="pt-PT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A36E7-31EC-407D-BF78-82EE1FFE6676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8756025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B351E-3840-4886-B007-BC84D7C14686}" type="datetime1">
              <a:rPr lang="pt-PT" smtClean="0"/>
              <a:t>26/04/2024</a:t>
            </a:fld>
            <a:endParaRPr lang="pt-PT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A36E7-31EC-407D-BF78-82EE1FFE6676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32386469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86839-F4ED-436E-9AC9-AC7A0A0CD179}" type="datetime1">
              <a:rPr lang="pt-PT" smtClean="0"/>
              <a:t>26/04/2024</a:t>
            </a:fld>
            <a:endParaRPr lang="pt-PT" dirty="0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A36E7-31EC-407D-BF78-82EE1FFE6676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1630951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82247-1A7C-4F98-8F33-5E4D07EFBF12}" type="datetime1">
              <a:rPr lang="pt-PT" smtClean="0"/>
              <a:t>26/04/2024</a:t>
            </a:fld>
            <a:endParaRPr lang="pt-PT" dirty="0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A36E7-31EC-407D-BF78-82EE1FFE6676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41800284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E320DE-3391-4A27-9653-F2BD505B9A08}" type="datetime1">
              <a:rPr lang="pt-PT" smtClean="0"/>
              <a:t>26/04/2024</a:t>
            </a:fld>
            <a:endParaRPr lang="pt-PT" dirty="0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A36E7-31EC-407D-BF78-82EE1FFE6676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5790886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9250C8-88B2-4209-BD56-05813AC521DC}" type="datetime1">
              <a:rPr lang="pt-PT" smtClean="0"/>
              <a:t>26/04/2024</a:t>
            </a:fld>
            <a:endParaRPr lang="pt-PT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A36E7-31EC-407D-BF78-82EE1FFE6676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22128695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PT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47055-2F12-42A4-9432-334276564B1D}" type="datetime1">
              <a:rPr lang="pt-PT" smtClean="0"/>
              <a:t>26/04/2024</a:t>
            </a:fld>
            <a:endParaRPr lang="pt-PT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A36E7-31EC-407D-BF78-82EE1FFE6676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30112164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C8996-E467-4FE1-B165-4002860D0AC7}" type="datetime1">
              <a:rPr lang="pt-PT" smtClean="0"/>
              <a:t>26/04/2024</a:t>
            </a:fld>
            <a:endParaRPr lang="pt-PT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A36E7-31EC-407D-BF78-82EE1FFE6676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3445231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04532E-E792-4BF5-B399-9E5E16070233}" type="datetime1">
              <a:rPr lang="pt-PT" smtClean="0"/>
              <a:t>26/04/2024</a:t>
            </a:fld>
            <a:endParaRPr lang="pt-PT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A36E7-31EC-407D-BF78-82EE1FFE6676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31079813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4D900-928E-403C-BF53-CAAB2E2C48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18B940-75D1-4C46-9CFE-6474763922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AA2CD6-5FB1-46E7-BBF2-06C11EFE06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AF87E-A15D-4480-B791-15D75F8AF848}" type="datetimeFigureOut">
              <a:rPr lang="pt-PT" smtClean="0"/>
              <a:t>26/04/2024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BAF7F0-99C0-4949-9F3A-098A33A79A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7BC4E3-3A90-4903-AA2B-BEE787AB0B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64B56-3465-4C9F-888A-AE4E9DC6BAA1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466262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A0CBE-4D75-4070-9727-D6568849BD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148656-59AB-4DDA-BA5E-906CE3CE4A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B0D26C-F7F1-4295-850E-F65B6A182B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AF87E-A15D-4480-B791-15D75F8AF848}" type="datetimeFigureOut">
              <a:rPr lang="pt-PT" smtClean="0"/>
              <a:t>26/04/2024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F31830-C80B-4D82-9540-948794ACE1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73081E-0503-4818-8F70-5B7EF7115E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64B56-3465-4C9F-888A-AE4E9DC6BAA1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5283780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DC5B21-4830-48A5-862B-ABDF25C510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46B740-92E9-4F69-A3BC-3370B88AD5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AD8454-4F6E-410A-9B06-56F8E8B985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AF87E-A15D-4480-B791-15D75F8AF848}" type="datetimeFigureOut">
              <a:rPr lang="pt-PT" smtClean="0"/>
              <a:t>26/04/2024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950F26-960E-41B7-A0CF-5FD4D93926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E60EE7-FD8B-4114-B0D7-C530EA4458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64B56-3465-4C9F-888A-AE4E9DC6BAA1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7622605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A1C6DB-0704-453E-AA7A-EDB8E503E4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681CFE-81A7-43F6-9DE8-5001C3319A8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B6F9B9-C2D3-4E58-BF2D-86CBBBCF7C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2E05F8-F9B8-4595-9172-117938DFFC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AF87E-A15D-4480-B791-15D75F8AF848}" type="datetimeFigureOut">
              <a:rPr lang="pt-PT" smtClean="0"/>
              <a:t>26/04/2024</a:t>
            </a:fld>
            <a:endParaRPr lang="pt-P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8670A2-41C2-4D8A-B93D-8F4D34BB2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1016F9-4DB7-42E2-8D0A-65B7CD30C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64B56-3465-4C9F-888A-AE4E9DC6BAA1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69477582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C96546-7AA6-4539-810A-0AC166A580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6A938C-8040-48C6-8939-B3F0A9E7D3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C760B8-4D37-4E87-8073-042AF52A4F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D81F80-B628-4BD3-B94F-CCC211B6932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B9E79D3-9A2B-4BCE-AF53-894A2D5B8A9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1FA42F1-1652-4482-A407-F5D97A884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AF87E-A15D-4480-B791-15D75F8AF848}" type="datetimeFigureOut">
              <a:rPr lang="pt-PT" smtClean="0"/>
              <a:t>26/04/2024</a:t>
            </a:fld>
            <a:endParaRPr lang="pt-PT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A43F25A-7E30-4A66-9495-AA5714A2CA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BCE7AC5-D765-47F7-89A4-DA8F329048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64B56-3465-4C9F-888A-AE4E9DC6BAA1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55046364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0B22E3-31A6-4D0E-AA4C-B0AA182355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82934A3-5AE1-40D8-8067-9E1D252E9A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AF87E-A15D-4480-B791-15D75F8AF848}" type="datetimeFigureOut">
              <a:rPr lang="pt-PT" smtClean="0"/>
              <a:t>26/04/2024</a:t>
            </a:fld>
            <a:endParaRPr lang="pt-PT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FEFDC3-F146-471F-82E0-FB6C2D901B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E55F47-05F6-49F9-BE0C-B927C558E4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64B56-3465-4C9F-888A-AE4E9DC6BAA1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01980144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FDA7C86-FE30-4F3E-A72C-139359D014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AF87E-A15D-4480-B791-15D75F8AF848}" type="datetimeFigureOut">
              <a:rPr lang="pt-PT" smtClean="0"/>
              <a:t>26/04/2024</a:t>
            </a:fld>
            <a:endParaRPr lang="pt-PT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B2663B0-D551-4DBD-BFF2-A571F75E98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862710-B633-46B8-B335-87D5DE3181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64B56-3465-4C9F-888A-AE4E9DC6BAA1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20312622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146708-3CEB-435E-8498-6562E37774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A97C09-A03A-43E5-9A11-7273458D3F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52C248-11E6-4154-A326-1B8F7D2EE6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FDC9D5-C4A3-4FDE-9E36-375F2B3489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AF87E-A15D-4480-B791-15D75F8AF848}" type="datetimeFigureOut">
              <a:rPr lang="pt-PT" smtClean="0"/>
              <a:t>26/04/2024</a:t>
            </a:fld>
            <a:endParaRPr lang="pt-P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92A057-54CB-4E24-80E7-736BFC2E13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39B1B1-0646-4C4C-92B7-B3E145870A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64B56-3465-4C9F-888A-AE4E9DC6BAA1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62223831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29F7D4-D633-427F-9E9A-6B5549734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3D3F0D6-3084-4516-AED5-37221D1D77E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P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047CDB-4B6C-48AA-A9BA-59A1994D82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B84827-B00B-446A-B5F1-D65E98FDDB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AF87E-A15D-4480-B791-15D75F8AF848}" type="datetimeFigureOut">
              <a:rPr lang="pt-PT" smtClean="0"/>
              <a:t>26/04/2024</a:t>
            </a:fld>
            <a:endParaRPr lang="pt-P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721318-5825-42BF-9ACA-060A59DCB7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3A1AE2-4E68-4683-B3D6-D2D421FF7C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64B56-3465-4C9F-888A-AE4E9DC6BAA1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77046872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A18B47-6B5B-4C41-A6E1-3490CE2049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8EDB63-0281-4D84-A4C5-17B0CFFB29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D29AA0-B865-40C8-A653-6197F492BB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AF87E-A15D-4480-B791-15D75F8AF848}" type="datetimeFigureOut">
              <a:rPr lang="pt-PT" smtClean="0"/>
              <a:t>26/04/2024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78ED7A-C5C7-4968-BFBA-53DA7EDE0C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39E3A9-78F3-4296-A92C-D732DADD0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64B56-3465-4C9F-888A-AE4E9DC6BAA1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82501740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B5582FE-E45E-4458-AC02-44F4A62E36F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92EF0A-6E63-4D2C-B998-E3CF727CC0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DDC659-7D8F-4CAA-ACB0-ED17AC7A07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AF87E-A15D-4480-B791-15D75F8AF848}" type="datetimeFigureOut">
              <a:rPr lang="pt-PT" smtClean="0"/>
              <a:t>26/04/2024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B14C8E-083A-481C-A107-4A809F2AB9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410F76-989E-49D9-B4AD-276E51C79C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64B56-3465-4C9F-888A-AE4E9DC6BAA1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4236448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883CD8-EC5B-4369-8F97-BE1E84F10887}" type="datetime1">
              <a:rPr lang="pt-PT" smtClean="0"/>
              <a:t>26/04/2024</a:t>
            </a:fld>
            <a:endParaRPr lang="pt-PT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PT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BA36E7-31EC-407D-BF78-82EE1FFE6676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11331748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D2791A7-C9A5-46D8-9C81-1E4A5947E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DE0097-E8D6-43DE-AF41-81E590C1A1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78699B-64E4-49C2-80D7-484D6DAA32F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4AF87E-A15D-4480-B791-15D75F8AF848}" type="datetimeFigureOut">
              <a:rPr lang="pt-PT" smtClean="0"/>
              <a:t>26/04/2024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015122-A6FE-41E7-BB00-91A1476381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C013BE-7A46-476B-B9E5-FD0F38D9F2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364B56-3465-4C9F-888A-AE4E9DC6BAA1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3395732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../../../skunk.pptx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5" Type="http://schemas.openxmlformats.org/officeDocument/2006/relationships/hyperlink" Target="../studio.pptx" TargetMode="External"/><Relationship Id="rId4" Type="http://schemas.openxmlformats.org/officeDocument/2006/relationships/hyperlink" Target="../../BOS.pptx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www.youtube.com/watch?v=K2vVHZHamBc&amp;list=PL4cUxeGkcC9hw1g77I35ZivVLe8k2nvjB" TargetMode="Externa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K2vVHZHamBc?si=M2TJV0_69gqZXLCR&amp;t=100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bhQ9uRVTFGI&amp;list=PL4cUxeGkcC9hw1g77I35ZivVLe8k2nvjB&amp;index=9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9.png"/><Relationship Id="rId3" Type="http://schemas.openxmlformats.org/officeDocument/2006/relationships/hyperlink" Target="https://entityframework-plus.net/" TargetMode="External"/><Relationship Id="rId7" Type="http://schemas.openxmlformats.org/officeDocument/2006/relationships/hyperlink" Target="A1_reference/functionalities.pptx" TargetMode="External"/><Relationship Id="rId12" Type="http://schemas.openxmlformats.org/officeDocument/2006/relationships/image" Target="../media/image8.png"/><Relationship Id="rId2" Type="http://schemas.openxmlformats.org/officeDocument/2006/relationships/image" Target="../media/image5.png"/><Relationship Id="rId16" Type="http://schemas.openxmlformats.org/officeDocument/2006/relationships/hyperlink" Target="../_actions/zig_help.bat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A2_introduction.pptx" TargetMode="External"/><Relationship Id="rId11" Type="http://schemas.openxmlformats.org/officeDocument/2006/relationships/hyperlink" Target="file:///D:\A1_research\C2_c0dice\B1_jmeter\A1_install" TargetMode="External"/><Relationship Id="rId5" Type="http://schemas.openxmlformats.org/officeDocument/2006/relationships/image" Target="../media/image1.png"/><Relationship Id="rId15" Type="http://schemas.openxmlformats.org/officeDocument/2006/relationships/image" Target="../media/image10.png"/><Relationship Id="rId10" Type="http://schemas.openxmlformats.org/officeDocument/2006/relationships/hyperlink" Target="file:///C:\Windows\explorer.exe%20F:\ides\AZ_vStudio2017" TargetMode="External"/><Relationship Id="rId4" Type="http://schemas.openxmlformats.org/officeDocument/2006/relationships/image" Target="../media/image2.png"/><Relationship Id="rId9" Type="http://schemas.openxmlformats.org/officeDocument/2006/relationships/image" Target="../media/image7.svg"/><Relationship Id="rId14" Type="http://schemas.openxmlformats.org/officeDocument/2006/relationships/slide" Target="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C7F764-8D4D-421D-979F-2C7A67DE06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300328"/>
            <a:ext cx="732445" cy="258532"/>
          </a:xfrm>
          <a:noFill/>
          <a:ln w="25400">
            <a:noFill/>
          </a:ln>
        </p:spPr>
        <p:txBody>
          <a:bodyPr vert="horz" wrap="none" lIns="91440" tIns="45720" rIns="91440" bIns="45720" rtlCol="0" anchor="t">
            <a:spAutoFit/>
          </a:bodyPr>
          <a:lstStyle/>
          <a:p>
            <a:pPr algn="l"/>
            <a:r>
              <a:rPr lang="en-US" sz="1200" dirty="0">
                <a:solidFill>
                  <a:schemeClr val="bg2">
                    <a:lumMod val="25000"/>
                  </a:schemeClr>
                </a:solidFill>
                <a:sym typeface="Wingdings" panose="05000000000000000000" pitchFamily="2" charset="2"/>
              </a:rPr>
              <a:t>1. </a:t>
            </a:r>
            <a:r>
              <a:rPr lang="en-US" sz="1200" dirty="0">
                <a:solidFill>
                  <a:schemeClr val="bg2">
                    <a:lumMod val="25000"/>
                  </a:schemeClr>
                </a:solidFill>
              </a:rPr>
              <a:t>gatsby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625A99C1-6379-F149-F2BA-AD06BBD2502D}"/>
              </a:ext>
            </a:extLst>
          </p:cNvPr>
          <p:cNvGrpSpPr/>
          <p:nvPr/>
        </p:nvGrpSpPr>
        <p:grpSpPr>
          <a:xfrm>
            <a:off x="10525307" y="125397"/>
            <a:ext cx="1042719" cy="283293"/>
            <a:chOff x="5611636" y="5954426"/>
            <a:chExt cx="1042720" cy="283293"/>
          </a:xfrm>
        </p:grpSpPr>
        <p:pic>
          <p:nvPicPr>
            <p:cNvPr id="4" name="Picture 3" descr="Icon&#10;&#10;Description automatically generated">
              <a:extLst>
                <a:ext uri="{FF2B5EF4-FFF2-40B4-BE49-F238E27FC236}">
                  <a16:creationId xmlns:a16="http://schemas.microsoft.com/office/drawing/2014/main" id="{8CCE1E08-7F3E-411C-D374-F715EEB134E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5611636" y="5973306"/>
              <a:ext cx="495775" cy="264413"/>
            </a:xfrm>
            <a:prstGeom prst="rect">
              <a:avLst/>
            </a:prstGeom>
          </p:spPr>
        </p:pic>
        <p:sp>
          <p:nvSpPr>
            <p:cNvPr id="5" name="Retângulo 5">
              <a:extLst>
                <a:ext uri="{FF2B5EF4-FFF2-40B4-BE49-F238E27FC236}">
                  <a16:creationId xmlns:a16="http://schemas.microsoft.com/office/drawing/2014/main" id="{07736282-E5D3-8B8C-CA99-00E73D434310}"/>
                </a:ext>
              </a:extLst>
            </p:cNvPr>
            <p:cNvSpPr/>
            <p:nvPr/>
          </p:nvSpPr>
          <p:spPr>
            <a:xfrm>
              <a:off x="6107411" y="5954426"/>
              <a:ext cx="546945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369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hlinkClick r:id="rId3" action="ppaction://hlinkpres?slideindex=1&amp;slidetitle="/>
                </a:rPr>
                <a:t>skunk</a:t>
              </a:r>
              <a:endPara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1927D2DD-A78A-2D1D-79D2-042252EC8366}"/>
              </a:ext>
            </a:extLst>
          </p:cNvPr>
          <p:cNvGrpSpPr/>
          <p:nvPr/>
        </p:nvGrpSpPr>
        <p:grpSpPr>
          <a:xfrm>
            <a:off x="10525306" y="421276"/>
            <a:ext cx="936920" cy="283293"/>
            <a:chOff x="5611636" y="5954426"/>
            <a:chExt cx="936921" cy="283293"/>
          </a:xfrm>
        </p:grpSpPr>
        <p:pic>
          <p:nvPicPr>
            <p:cNvPr id="10" name="Picture 9" descr="Icon&#10;&#10;Description automatically generated">
              <a:extLst>
                <a:ext uri="{FF2B5EF4-FFF2-40B4-BE49-F238E27FC236}">
                  <a16:creationId xmlns:a16="http://schemas.microsoft.com/office/drawing/2014/main" id="{1E7A7458-43C3-32E3-7249-AD34FA2E09E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5611636" y="5973306"/>
              <a:ext cx="495775" cy="264413"/>
            </a:xfrm>
            <a:prstGeom prst="rect">
              <a:avLst/>
            </a:prstGeom>
          </p:spPr>
        </p:pic>
        <p:sp>
          <p:nvSpPr>
            <p:cNvPr id="12" name="Retângulo 5">
              <a:extLst>
                <a:ext uri="{FF2B5EF4-FFF2-40B4-BE49-F238E27FC236}">
                  <a16:creationId xmlns:a16="http://schemas.microsoft.com/office/drawing/2014/main" id="{CC5C1C4C-82C0-8116-57AD-1B2149445B29}"/>
                </a:ext>
              </a:extLst>
            </p:cNvPr>
            <p:cNvSpPr/>
            <p:nvPr/>
          </p:nvSpPr>
          <p:spPr>
            <a:xfrm>
              <a:off x="6107411" y="5954426"/>
              <a:ext cx="441146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369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hlinkClick r:id="rId4" action="ppaction://hlinkpres?slideindex=1&amp;slidetitle="/>
                </a:rPr>
                <a:t>BOS</a:t>
              </a:r>
              <a:endPara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A7C08B79-1E81-DB01-C66F-41D57F0B8B3F}"/>
              </a:ext>
            </a:extLst>
          </p:cNvPr>
          <p:cNvGrpSpPr/>
          <p:nvPr/>
        </p:nvGrpSpPr>
        <p:grpSpPr>
          <a:xfrm>
            <a:off x="10525307" y="736035"/>
            <a:ext cx="1069971" cy="283293"/>
            <a:chOff x="5611636" y="5954426"/>
            <a:chExt cx="1069972" cy="283293"/>
          </a:xfrm>
        </p:grpSpPr>
        <p:pic>
          <p:nvPicPr>
            <p:cNvPr id="7" name="Picture 6" descr="Icon&#10;&#10;Description automatically generated">
              <a:extLst>
                <a:ext uri="{FF2B5EF4-FFF2-40B4-BE49-F238E27FC236}">
                  <a16:creationId xmlns:a16="http://schemas.microsoft.com/office/drawing/2014/main" id="{AC3B3F01-B8EB-C8C4-E3CA-A771A6DC60D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5611636" y="5973306"/>
              <a:ext cx="495775" cy="264413"/>
            </a:xfrm>
            <a:prstGeom prst="rect">
              <a:avLst/>
            </a:prstGeom>
          </p:spPr>
        </p:pic>
        <p:sp>
          <p:nvSpPr>
            <p:cNvPr id="8" name="Retângulo 5">
              <a:extLst>
                <a:ext uri="{FF2B5EF4-FFF2-40B4-BE49-F238E27FC236}">
                  <a16:creationId xmlns:a16="http://schemas.microsoft.com/office/drawing/2014/main" id="{B2877F2A-9F13-2660-72DF-4F9FFCCD9226}"/>
                </a:ext>
              </a:extLst>
            </p:cNvPr>
            <p:cNvSpPr/>
            <p:nvPr/>
          </p:nvSpPr>
          <p:spPr>
            <a:xfrm>
              <a:off x="6107411" y="5954426"/>
              <a:ext cx="574197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369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hlinkClick r:id="rId5" action="ppaction://hlinkpres?slideindex=1&amp;slidetitle="/>
                </a:rPr>
                <a:t>studio</a:t>
              </a:r>
              <a:endPara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312969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D151E4E-6F0D-ED4C-C2B4-96F7D1B6FB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6AB5E-3BD5-3447-C805-C250D7AC0D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300328"/>
            <a:ext cx="789127" cy="258532"/>
          </a:xfrm>
          <a:noFill/>
          <a:ln w="25400">
            <a:noFill/>
          </a:ln>
        </p:spPr>
        <p:txBody>
          <a:bodyPr vert="horz" wrap="none" lIns="91440" tIns="45720" rIns="91440" bIns="45720" rtlCol="0" anchor="t">
            <a:spAutoFit/>
          </a:bodyPr>
          <a:lstStyle/>
          <a:p>
            <a:pPr algn="l"/>
            <a:r>
              <a:rPr lang="en-US" sz="1200" dirty="0">
                <a:solidFill>
                  <a:schemeClr val="bg2">
                    <a:lumMod val="25000"/>
                  </a:schemeClr>
                </a:solidFill>
                <a:sym typeface="Wingdings" panose="05000000000000000000" pitchFamily="2" charset="2"/>
              </a:rPr>
              <a:t>2. tutorial</a:t>
            </a:r>
            <a:endParaRPr lang="en-US" sz="1200" dirty="0">
              <a:solidFill>
                <a:schemeClr val="bg2">
                  <a:lumMod val="25000"/>
                </a:schemeClr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7B0C0E1-7FFC-FA5A-4543-0BDD1A1F59A6}"/>
              </a:ext>
            </a:extLst>
          </p:cNvPr>
          <p:cNvGrpSpPr/>
          <p:nvPr/>
        </p:nvGrpSpPr>
        <p:grpSpPr>
          <a:xfrm>
            <a:off x="1093689" y="425218"/>
            <a:ext cx="845760" cy="289586"/>
            <a:chOff x="5881666" y="1590687"/>
            <a:chExt cx="845760" cy="289586"/>
          </a:xfrm>
        </p:grpSpPr>
        <p:sp>
          <p:nvSpPr>
            <p:cNvPr id="12" name="Retângulo 5">
              <a:extLst>
                <a:ext uri="{FF2B5EF4-FFF2-40B4-BE49-F238E27FC236}">
                  <a16:creationId xmlns:a16="http://schemas.microsoft.com/office/drawing/2014/main" id="{A172A20E-B1C8-C354-1613-C8BD670BDA3E}"/>
                </a:ext>
              </a:extLst>
            </p:cNvPr>
            <p:cNvSpPr/>
            <p:nvPr/>
          </p:nvSpPr>
          <p:spPr>
            <a:xfrm>
              <a:off x="6081095" y="1603274"/>
              <a:ext cx="646331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369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hlinkClick r:id="rId2"/>
                </a:rPr>
                <a:t>tutorial</a:t>
              </a:r>
              <a:endPara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pic>
          <p:nvPicPr>
            <p:cNvPr id="13" name="Picture 12" descr="Icon&#10;&#10;Description automatically generated">
              <a:extLst>
                <a:ext uri="{FF2B5EF4-FFF2-40B4-BE49-F238E27FC236}">
                  <a16:creationId xmlns:a16="http://schemas.microsoft.com/office/drawing/2014/main" id="{87A9F274-42A6-4712-9F07-54300753233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81666" y="1590687"/>
              <a:ext cx="277000" cy="277000"/>
            </a:xfrm>
            <a:prstGeom prst="rect">
              <a:avLst/>
            </a:prstGeom>
          </p:spPr>
        </p:pic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9092B30C-2E87-3FD2-76CA-ADA7392705A2}"/>
              </a:ext>
            </a:extLst>
          </p:cNvPr>
          <p:cNvSpPr/>
          <p:nvPr/>
        </p:nvSpPr>
        <p:spPr>
          <a:xfrm>
            <a:off x="98484" y="112045"/>
            <a:ext cx="208800" cy="6628061"/>
          </a:xfrm>
          <a:prstGeom prst="rect">
            <a:avLst/>
          </a:prstGeom>
          <a:solidFill>
            <a:sysClr val="windowText" lastClr="000000"/>
          </a:solidFill>
          <a:ln w="254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5" name="Arrow: Right 5">
            <a:extLst>
              <a:ext uri="{FF2B5EF4-FFF2-40B4-BE49-F238E27FC236}">
                <a16:creationId xmlns:a16="http://schemas.microsoft.com/office/drawing/2014/main" id="{8624C47B-C3A7-9D21-27AB-A587B45AE81F}"/>
              </a:ext>
            </a:extLst>
          </p:cNvPr>
          <p:cNvSpPr/>
          <p:nvPr/>
        </p:nvSpPr>
        <p:spPr>
          <a:xfrm>
            <a:off x="202884" y="425218"/>
            <a:ext cx="862542" cy="276999"/>
          </a:xfrm>
          <a:custGeom>
            <a:avLst/>
            <a:gdLst>
              <a:gd name="connsiteX0" fmla="*/ 0 w 1727200"/>
              <a:gd name="connsiteY0" fmla="*/ 119380 h 477520"/>
              <a:gd name="connsiteX1" fmla="*/ 1488440 w 1727200"/>
              <a:gd name="connsiteY1" fmla="*/ 119380 h 477520"/>
              <a:gd name="connsiteX2" fmla="*/ 1488440 w 1727200"/>
              <a:gd name="connsiteY2" fmla="*/ 0 h 477520"/>
              <a:gd name="connsiteX3" fmla="*/ 1727200 w 1727200"/>
              <a:gd name="connsiteY3" fmla="*/ 238760 h 477520"/>
              <a:gd name="connsiteX4" fmla="*/ 1488440 w 1727200"/>
              <a:gd name="connsiteY4" fmla="*/ 477520 h 477520"/>
              <a:gd name="connsiteX5" fmla="*/ 1488440 w 1727200"/>
              <a:gd name="connsiteY5" fmla="*/ 358140 h 477520"/>
              <a:gd name="connsiteX6" fmla="*/ 0 w 1727200"/>
              <a:gd name="connsiteY6" fmla="*/ 358140 h 477520"/>
              <a:gd name="connsiteX7" fmla="*/ 0 w 1727200"/>
              <a:gd name="connsiteY7" fmla="*/ 119380 h 477520"/>
              <a:gd name="connsiteX0" fmla="*/ 0 w 1727200"/>
              <a:gd name="connsiteY0" fmla="*/ 11803 h 369943"/>
              <a:gd name="connsiteX1" fmla="*/ 1488440 w 1727200"/>
              <a:gd name="connsiteY1" fmla="*/ 11803 h 369943"/>
              <a:gd name="connsiteX2" fmla="*/ 1488440 w 1727200"/>
              <a:gd name="connsiteY2" fmla="*/ 0 h 369943"/>
              <a:gd name="connsiteX3" fmla="*/ 1727200 w 1727200"/>
              <a:gd name="connsiteY3" fmla="*/ 131183 h 369943"/>
              <a:gd name="connsiteX4" fmla="*/ 1488440 w 1727200"/>
              <a:gd name="connsiteY4" fmla="*/ 369943 h 369943"/>
              <a:gd name="connsiteX5" fmla="*/ 1488440 w 1727200"/>
              <a:gd name="connsiteY5" fmla="*/ 250563 h 369943"/>
              <a:gd name="connsiteX6" fmla="*/ 0 w 1727200"/>
              <a:gd name="connsiteY6" fmla="*/ 250563 h 369943"/>
              <a:gd name="connsiteX7" fmla="*/ 0 w 1727200"/>
              <a:gd name="connsiteY7" fmla="*/ 11803 h 369943"/>
              <a:gd name="connsiteX0" fmla="*/ 0 w 1727200"/>
              <a:gd name="connsiteY0" fmla="*/ 0 h 358140"/>
              <a:gd name="connsiteX1" fmla="*/ 1488440 w 1727200"/>
              <a:gd name="connsiteY1" fmla="*/ 0 h 358140"/>
              <a:gd name="connsiteX2" fmla="*/ 1497538 w 1727200"/>
              <a:gd name="connsiteY2" fmla="*/ 6394 h 358140"/>
              <a:gd name="connsiteX3" fmla="*/ 1727200 w 1727200"/>
              <a:gd name="connsiteY3" fmla="*/ 119380 h 358140"/>
              <a:gd name="connsiteX4" fmla="*/ 1488440 w 1727200"/>
              <a:gd name="connsiteY4" fmla="*/ 358140 h 358140"/>
              <a:gd name="connsiteX5" fmla="*/ 1488440 w 1727200"/>
              <a:gd name="connsiteY5" fmla="*/ 238760 h 358140"/>
              <a:gd name="connsiteX6" fmla="*/ 0 w 1727200"/>
              <a:gd name="connsiteY6" fmla="*/ 238760 h 358140"/>
              <a:gd name="connsiteX7" fmla="*/ 0 w 1727200"/>
              <a:gd name="connsiteY7" fmla="*/ 0 h 358140"/>
              <a:gd name="connsiteX0" fmla="*/ 0 w 1727200"/>
              <a:gd name="connsiteY0" fmla="*/ 0 h 239859"/>
              <a:gd name="connsiteX1" fmla="*/ 1488440 w 1727200"/>
              <a:gd name="connsiteY1" fmla="*/ 0 h 239859"/>
              <a:gd name="connsiteX2" fmla="*/ 1497538 w 1727200"/>
              <a:gd name="connsiteY2" fmla="*/ 6394 h 239859"/>
              <a:gd name="connsiteX3" fmla="*/ 1727200 w 1727200"/>
              <a:gd name="connsiteY3" fmla="*/ 119380 h 239859"/>
              <a:gd name="connsiteX4" fmla="*/ 1492989 w 1727200"/>
              <a:gd name="connsiteY4" fmla="*/ 239859 h 239859"/>
              <a:gd name="connsiteX5" fmla="*/ 1488440 w 1727200"/>
              <a:gd name="connsiteY5" fmla="*/ 238760 h 239859"/>
              <a:gd name="connsiteX6" fmla="*/ 0 w 1727200"/>
              <a:gd name="connsiteY6" fmla="*/ 238760 h 239859"/>
              <a:gd name="connsiteX7" fmla="*/ 0 w 1727200"/>
              <a:gd name="connsiteY7" fmla="*/ 0 h 239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27200" h="239859">
                <a:moveTo>
                  <a:pt x="0" y="0"/>
                </a:moveTo>
                <a:lnTo>
                  <a:pt x="1488440" y="0"/>
                </a:lnTo>
                <a:lnTo>
                  <a:pt x="1497538" y="6394"/>
                </a:lnTo>
                <a:lnTo>
                  <a:pt x="1727200" y="119380"/>
                </a:lnTo>
                <a:lnTo>
                  <a:pt x="1492989" y="239859"/>
                </a:lnTo>
                <a:lnTo>
                  <a:pt x="1488440" y="238760"/>
                </a:lnTo>
                <a:lnTo>
                  <a:pt x="0" y="238760"/>
                </a:lnTo>
                <a:lnTo>
                  <a:pt x="0" y="0"/>
                </a:lnTo>
                <a:close/>
              </a:path>
            </a:pathLst>
          </a:custGeom>
          <a:solidFill>
            <a:sysClr val="windowText" lastClr="000000"/>
          </a:solidFill>
          <a:ln w="25400" cap="flat" cmpd="sng" algn="ctr">
            <a:solidFill>
              <a:srgbClr val="FFC000">
                <a:lumMod val="60000"/>
                <a:lumOff val="4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90000" tIns="0" rIns="180000" bIns="0" rtlCol="0" anchor="ctr">
            <a:spAutoFit/>
          </a:bodyPr>
          <a:lstStyle/>
          <a:p>
            <a:pPr marL="0" marR="0" lvl="0" indent="0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</a:rPr>
              <a:t>where</a:t>
            </a:r>
          </a:p>
        </p:txBody>
      </p:sp>
    </p:spTree>
    <p:extLst>
      <p:ext uri="{BB962C8B-B14F-4D97-AF65-F5344CB8AC3E}">
        <p14:creationId xmlns:p14="http://schemas.microsoft.com/office/powerpoint/2010/main" val="36504771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2FFFA7-169F-6C89-2430-94F13B9758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98004339-588C-0116-1F60-58FCF0768D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4081" y="374442"/>
            <a:ext cx="4876800" cy="2490075"/>
          </a:xfrm>
          <a:prstGeom prst="rect">
            <a:avLst/>
          </a:prstGeom>
          <a:ln w="50800">
            <a:solidFill>
              <a:srgbClr val="70AD47">
                <a:lumMod val="60000"/>
                <a:lumOff val="40000"/>
              </a:srgbClr>
            </a:solidFill>
          </a:ln>
          <a:effectLst>
            <a:outerShdw blurRad="50800" dist="127000" dir="2700000" algn="tl" rotWithShape="0">
              <a:sysClr val="window" lastClr="FFFFFF">
                <a:alpha val="40000"/>
              </a:sysClr>
            </a:outerShdw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20979DC-DEDE-E758-72E5-54A0738F0A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300328"/>
            <a:ext cx="823495" cy="258532"/>
          </a:xfrm>
          <a:noFill/>
          <a:ln w="25400">
            <a:noFill/>
          </a:ln>
        </p:spPr>
        <p:txBody>
          <a:bodyPr vert="horz" wrap="none" lIns="91440" tIns="45720" rIns="91440" bIns="45720" rtlCol="0" anchor="t">
            <a:spAutoFit/>
          </a:bodyPr>
          <a:lstStyle/>
          <a:p>
            <a:pPr algn="l"/>
            <a:r>
              <a:rPr lang="en-US" sz="1200" dirty="0">
                <a:solidFill>
                  <a:schemeClr val="bg2">
                    <a:lumMod val="25000"/>
                  </a:schemeClr>
                </a:solidFill>
                <a:sym typeface="Wingdings" panose="05000000000000000000" pitchFamily="2" charset="2"/>
              </a:rPr>
              <a:t>2.1 starter</a:t>
            </a:r>
            <a:endParaRPr lang="en-US" sz="12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04C5E43-0FF4-FB60-3201-7BBB4AA968A7}"/>
              </a:ext>
            </a:extLst>
          </p:cNvPr>
          <p:cNvSpPr/>
          <p:nvPr/>
        </p:nvSpPr>
        <p:spPr>
          <a:xfrm>
            <a:off x="98484" y="112045"/>
            <a:ext cx="208800" cy="6628061"/>
          </a:xfrm>
          <a:prstGeom prst="rect">
            <a:avLst/>
          </a:prstGeom>
          <a:solidFill>
            <a:sysClr val="windowText" lastClr="000000"/>
          </a:solidFill>
          <a:ln w="254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7" name="Arrow: Right 5">
            <a:extLst>
              <a:ext uri="{FF2B5EF4-FFF2-40B4-BE49-F238E27FC236}">
                <a16:creationId xmlns:a16="http://schemas.microsoft.com/office/drawing/2014/main" id="{8C080E76-721D-EFD4-CA88-4042E9F6478E}"/>
              </a:ext>
            </a:extLst>
          </p:cNvPr>
          <p:cNvSpPr/>
          <p:nvPr/>
        </p:nvSpPr>
        <p:spPr>
          <a:xfrm>
            <a:off x="202884" y="425218"/>
            <a:ext cx="739111" cy="276999"/>
          </a:xfrm>
          <a:custGeom>
            <a:avLst/>
            <a:gdLst>
              <a:gd name="connsiteX0" fmla="*/ 0 w 1727200"/>
              <a:gd name="connsiteY0" fmla="*/ 119380 h 477520"/>
              <a:gd name="connsiteX1" fmla="*/ 1488440 w 1727200"/>
              <a:gd name="connsiteY1" fmla="*/ 119380 h 477520"/>
              <a:gd name="connsiteX2" fmla="*/ 1488440 w 1727200"/>
              <a:gd name="connsiteY2" fmla="*/ 0 h 477520"/>
              <a:gd name="connsiteX3" fmla="*/ 1727200 w 1727200"/>
              <a:gd name="connsiteY3" fmla="*/ 238760 h 477520"/>
              <a:gd name="connsiteX4" fmla="*/ 1488440 w 1727200"/>
              <a:gd name="connsiteY4" fmla="*/ 477520 h 477520"/>
              <a:gd name="connsiteX5" fmla="*/ 1488440 w 1727200"/>
              <a:gd name="connsiteY5" fmla="*/ 358140 h 477520"/>
              <a:gd name="connsiteX6" fmla="*/ 0 w 1727200"/>
              <a:gd name="connsiteY6" fmla="*/ 358140 h 477520"/>
              <a:gd name="connsiteX7" fmla="*/ 0 w 1727200"/>
              <a:gd name="connsiteY7" fmla="*/ 119380 h 477520"/>
              <a:gd name="connsiteX0" fmla="*/ 0 w 1727200"/>
              <a:gd name="connsiteY0" fmla="*/ 11803 h 369943"/>
              <a:gd name="connsiteX1" fmla="*/ 1488440 w 1727200"/>
              <a:gd name="connsiteY1" fmla="*/ 11803 h 369943"/>
              <a:gd name="connsiteX2" fmla="*/ 1488440 w 1727200"/>
              <a:gd name="connsiteY2" fmla="*/ 0 h 369943"/>
              <a:gd name="connsiteX3" fmla="*/ 1727200 w 1727200"/>
              <a:gd name="connsiteY3" fmla="*/ 131183 h 369943"/>
              <a:gd name="connsiteX4" fmla="*/ 1488440 w 1727200"/>
              <a:gd name="connsiteY4" fmla="*/ 369943 h 369943"/>
              <a:gd name="connsiteX5" fmla="*/ 1488440 w 1727200"/>
              <a:gd name="connsiteY5" fmla="*/ 250563 h 369943"/>
              <a:gd name="connsiteX6" fmla="*/ 0 w 1727200"/>
              <a:gd name="connsiteY6" fmla="*/ 250563 h 369943"/>
              <a:gd name="connsiteX7" fmla="*/ 0 w 1727200"/>
              <a:gd name="connsiteY7" fmla="*/ 11803 h 369943"/>
              <a:gd name="connsiteX0" fmla="*/ 0 w 1727200"/>
              <a:gd name="connsiteY0" fmla="*/ 0 h 358140"/>
              <a:gd name="connsiteX1" fmla="*/ 1488440 w 1727200"/>
              <a:gd name="connsiteY1" fmla="*/ 0 h 358140"/>
              <a:gd name="connsiteX2" fmla="*/ 1497538 w 1727200"/>
              <a:gd name="connsiteY2" fmla="*/ 6394 h 358140"/>
              <a:gd name="connsiteX3" fmla="*/ 1727200 w 1727200"/>
              <a:gd name="connsiteY3" fmla="*/ 119380 h 358140"/>
              <a:gd name="connsiteX4" fmla="*/ 1488440 w 1727200"/>
              <a:gd name="connsiteY4" fmla="*/ 358140 h 358140"/>
              <a:gd name="connsiteX5" fmla="*/ 1488440 w 1727200"/>
              <a:gd name="connsiteY5" fmla="*/ 238760 h 358140"/>
              <a:gd name="connsiteX6" fmla="*/ 0 w 1727200"/>
              <a:gd name="connsiteY6" fmla="*/ 238760 h 358140"/>
              <a:gd name="connsiteX7" fmla="*/ 0 w 1727200"/>
              <a:gd name="connsiteY7" fmla="*/ 0 h 358140"/>
              <a:gd name="connsiteX0" fmla="*/ 0 w 1727200"/>
              <a:gd name="connsiteY0" fmla="*/ 0 h 239859"/>
              <a:gd name="connsiteX1" fmla="*/ 1488440 w 1727200"/>
              <a:gd name="connsiteY1" fmla="*/ 0 h 239859"/>
              <a:gd name="connsiteX2" fmla="*/ 1497538 w 1727200"/>
              <a:gd name="connsiteY2" fmla="*/ 6394 h 239859"/>
              <a:gd name="connsiteX3" fmla="*/ 1727200 w 1727200"/>
              <a:gd name="connsiteY3" fmla="*/ 119380 h 239859"/>
              <a:gd name="connsiteX4" fmla="*/ 1492989 w 1727200"/>
              <a:gd name="connsiteY4" fmla="*/ 239859 h 239859"/>
              <a:gd name="connsiteX5" fmla="*/ 1488440 w 1727200"/>
              <a:gd name="connsiteY5" fmla="*/ 238760 h 239859"/>
              <a:gd name="connsiteX6" fmla="*/ 0 w 1727200"/>
              <a:gd name="connsiteY6" fmla="*/ 238760 h 239859"/>
              <a:gd name="connsiteX7" fmla="*/ 0 w 1727200"/>
              <a:gd name="connsiteY7" fmla="*/ 0 h 239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27200" h="239859">
                <a:moveTo>
                  <a:pt x="0" y="0"/>
                </a:moveTo>
                <a:lnTo>
                  <a:pt x="1488440" y="0"/>
                </a:lnTo>
                <a:lnTo>
                  <a:pt x="1497538" y="6394"/>
                </a:lnTo>
                <a:lnTo>
                  <a:pt x="1727200" y="119380"/>
                </a:lnTo>
                <a:lnTo>
                  <a:pt x="1492989" y="239859"/>
                </a:lnTo>
                <a:lnTo>
                  <a:pt x="1488440" y="238760"/>
                </a:lnTo>
                <a:lnTo>
                  <a:pt x="0" y="238760"/>
                </a:lnTo>
                <a:lnTo>
                  <a:pt x="0" y="0"/>
                </a:lnTo>
                <a:close/>
              </a:path>
            </a:pathLst>
          </a:custGeom>
          <a:solidFill>
            <a:sysClr val="windowText" lastClr="000000"/>
          </a:solidFill>
          <a:ln w="25400" cap="flat" cmpd="sng" algn="ctr">
            <a:solidFill>
              <a:srgbClr val="FFC000">
                <a:lumMod val="60000"/>
                <a:lumOff val="4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90000" tIns="0" rIns="180000" bIns="0" rtlCol="0" anchor="ctr">
            <a:spAutoFit/>
          </a:bodyPr>
          <a:lstStyle/>
          <a:p>
            <a:pPr marL="0" marR="0" lvl="0" indent="0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</a:rPr>
              <a:t>what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6BB65EFF-D0FA-8A6A-A479-CCAB1FFDBCE2}"/>
              </a:ext>
            </a:extLst>
          </p:cNvPr>
          <p:cNvGrpSpPr/>
          <p:nvPr/>
        </p:nvGrpSpPr>
        <p:grpSpPr>
          <a:xfrm>
            <a:off x="4094663" y="2975766"/>
            <a:ext cx="804082" cy="289586"/>
            <a:chOff x="5881666" y="1590687"/>
            <a:chExt cx="804082" cy="289586"/>
          </a:xfrm>
        </p:grpSpPr>
        <p:sp>
          <p:nvSpPr>
            <p:cNvPr id="5" name="Retângulo 5">
              <a:extLst>
                <a:ext uri="{FF2B5EF4-FFF2-40B4-BE49-F238E27FC236}">
                  <a16:creationId xmlns:a16="http://schemas.microsoft.com/office/drawing/2014/main" id="{3BFAB63A-5021-BA29-25B3-EE11AF2C0524}"/>
                </a:ext>
              </a:extLst>
            </p:cNvPr>
            <p:cNvSpPr/>
            <p:nvPr/>
          </p:nvSpPr>
          <p:spPr>
            <a:xfrm>
              <a:off x="6081095" y="1603274"/>
              <a:ext cx="604653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369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hlinkClick r:id="rId3"/>
                </a:rPr>
                <a:t>starter</a:t>
              </a:r>
              <a:endPara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pic>
          <p:nvPicPr>
            <p:cNvPr id="8" name="Picture 7" descr="Icon&#10;&#10;Description automatically generated">
              <a:extLst>
                <a:ext uri="{FF2B5EF4-FFF2-40B4-BE49-F238E27FC236}">
                  <a16:creationId xmlns:a16="http://schemas.microsoft.com/office/drawing/2014/main" id="{BCCA4443-0761-8DC6-1DF2-6EB2A97D00C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81666" y="1590687"/>
              <a:ext cx="277000" cy="277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5570708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52B3730-D064-D51C-39B6-EBD75744B3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C3AA6F88-257B-693D-9993-8C77780CB7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395" y="364216"/>
            <a:ext cx="6211167" cy="2762636"/>
          </a:xfrm>
          <a:prstGeom prst="rect">
            <a:avLst/>
          </a:prstGeom>
          <a:ln w="50800">
            <a:solidFill>
              <a:srgbClr val="70AD47">
                <a:lumMod val="60000"/>
                <a:lumOff val="40000"/>
              </a:srgbClr>
            </a:solidFill>
          </a:ln>
          <a:effectLst>
            <a:outerShdw blurRad="50800" dist="127000" dir="2700000" algn="tl" rotWithShape="0">
              <a:sysClr val="window" lastClr="FFFFFF">
                <a:alpha val="40000"/>
              </a:sysClr>
            </a:outerShdw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4CC0F17-6D3D-7B62-D36E-9A2A9038A6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300328"/>
            <a:ext cx="1003480" cy="258532"/>
          </a:xfrm>
          <a:noFill/>
          <a:ln w="25400">
            <a:noFill/>
          </a:ln>
        </p:spPr>
        <p:txBody>
          <a:bodyPr vert="horz" wrap="none" lIns="91440" tIns="45720" rIns="91440" bIns="45720" rtlCol="0" anchor="t">
            <a:spAutoFit/>
          </a:bodyPr>
          <a:lstStyle/>
          <a:p>
            <a:pPr algn="l"/>
            <a:r>
              <a:rPr lang="en-US" sz="1200" dirty="0">
                <a:solidFill>
                  <a:schemeClr val="bg2">
                    <a:lumMod val="25000"/>
                  </a:schemeClr>
                </a:solidFill>
                <a:sym typeface="Wingdings" panose="05000000000000000000" pitchFamily="2" charset="2"/>
              </a:rPr>
              <a:t>2.2 metadata</a:t>
            </a:r>
            <a:endParaRPr lang="en-US" sz="12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BFD85B5-737A-2620-2746-519E3B332E6F}"/>
              </a:ext>
            </a:extLst>
          </p:cNvPr>
          <p:cNvSpPr/>
          <p:nvPr/>
        </p:nvSpPr>
        <p:spPr>
          <a:xfrm>
            <a:off x="98484" y="112045"/>
            <a:ext cx="208800" cy="6628061"/>
          </a:xfrm>
          <a:prstGeom prst="rect">
            <a:avLst/>
          </a:prstGeom>
          <a:solidFill>
            <a:sysClr val="windowText" lastClr="000000"/>
          </a:solidFill>
          <a:ln w="254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7" name="Arrow: Right 5">
            <a:extLst>
              <a:ext uri="{FF2B5EF4-FFF2-40B4-BE49-F238E27FC236}">
                <a16:creationId xmlns:a16="http://schemas.microsoft.com/office/drawing/2014/main" id="{C8435C8F-3777-1420-5590-D533BB2B7904}"/>
              </a:ext>
            </a:extLst>
          </p:cNvPr>
          <p:cNvSpPr/>
          <p:nvPr/>
        </p:nvSpPr>
        <p:spPr>
          <a:xfrm>
            <a:off x="202884" y="425218"/>
            <a:ext cx="739111" cy="276999"/>
          </a:xfrm>
          <a:custGeom>
            <a:avLst/>
            <a:gdLst>
              <a:gd name="connsiteX0" fmla="*/ 0 w 1727200"/>
              <a:gd name="connsiteY0" fmla="*/ 119380 h 477520"/>
              <a:gd name="connsiteX1" fmla="*/ 1488440 w 1727200"/>
              <a:gd name="connsiteY1" fmla="*/ 119380 h 477520"/>
              <a:gd name="connsiteX2" fmla="*/ 1488440 w 1727200"/>
              <a:gd name="connsiteY2" fmla="*/ 0 h 477520"/>
              <a:gd name="connsiteX3" fmla="*/ 1727200 w 1727200"/>
              <a:gd name="connsiteY3" fmla="*/ 238760 h 477520"/>
              <a:gd name="connsiteX4" fmla="*/ 1488440 w 1727200"/>
              <a:gd name="connsiteY4" fmla="*/ 477520 h 477520"/>
              <a:gd name="connsiteX5" fmla="*/ 1488440 w 1727200"/>
              <a:gd name="connsiteY5" fmla="*/ 358140 h 477520"/>
              <a:gd name="connsiteX6" fmla="*/ 0 w 1727200"/>
              <a:gd name="connsiteY6" fmla="*/ 358140 h 477520"/>
              <a:gd name="connsiteX7" fmla="*/ 0 w 1727200"/>
              <a:gd name="connsiteY7" fmla="*/ 119380 h 477520"/>
              <a:gd name="connsiteX0" fmla="*/ 0 w 1727200"/>
              <a:gd name="connsiteY0" fmla="*/ 11803 h 369943"/>
              <a:gd name="connsiteX1" fmla="*/ 1488440 w 1727200"/>
              <a:gd name="connsiteY1" fmla="*/ 11803 h 369943"/>
              <a:gd name="connsiteX2" fmla="*/ 1488440 w 1727200"/>
              <a:gd name="connsiteY2" fmla="*/ 0 h 369943"/>
              <a:gd name="connsiteX3" fmla="*/ 1727200 w 1727200"/>
              <a:gd name="connsiteY3" fmla="*/ 131183 h 369943"/>
              <a:gd name="connsiteX4" fmla="*/ 1488440 w 1727200"/>
              <a:gd name="connsiteY4" fmla="*/ 369943 h 369943"/>
              <a:gd name="connsiteX5" fmla="*/ 1488440 w 1727200"/>
              <a:gd name="connsiteY5" fmla="*/ 250563 h 369943"/>
              <a:gd name="connsiteX6" fmla="*/ 0 w 1727200"/>
              <a:gd name="connsiteY6" fmla="*/ 250563 h 369943"/>
              <a:gd name="connsiteX7" fmla="*/ 0 w 1727200"/>
              <a:gd name="connsiteY7" fmla="*/ 11803 h 369943"/>
              <a:gd name="connsiteX0" fmla="*/ 0 w 1727200"/>
              <a:gd name="connsiteY0" fmla="*/ 0 h 358140"/>
              <a:gd name="connsiteX1" fmla="*/ 1488440 w 1727200"/>
              <a:gd name="connsiteY1" fmla="*/ 0 h 358140"/>
              <a:gd name="connsiteX2" fmla="*/ 1497538 w 1727200"/>
              <a:gd name="connsiteY2" fmla="*/ 6394 h 358140"/>
              <a:gd name="connsiteX3" fmla="*/ 1727200 w 1727200"/>
              <a:gd name="connsiteY3" fmla="*/ 119380 h 358140"/>
              <a:gd name="connsiteX4" fmla="*/ 1488440 w 1727200"/>
              <a:gd name="connsiteY4" fmla="*/ 358140 h 358140"/>
              <a:gd name="connsiteX5" fmla="*/ 1488440 w 1727200"/>
              <a:gd name="connsiteY5" fmla="*/ 238760 h 358140"/>
              <a:gd name="connsiteX6" fmla="*/ 0 w 1727200"/>
              <a:gd name="connsiteY6" fmla="*/ 238760 h 358140"/>
              <a:gd name="connsiteX7" fmla="*/ 0 w 1727200"/>
              <a:gd name="connsiteY7" fmla="*/ 0 h 358140"/>
              <a:gd name="connsiteX0" fmla="*/ 0 w 1727200"/>
              <a:gd name="connsiteY0" fmla="*/ 0 h 239859"/>
              <a:gd name="connsiteX1" fmla="*/ 1488440 w 1727200"/>
              <a:gd name="connsiteY1" fmla="*/ 0 h 239859"/>
              <a:gd name="connsiteX2" fmla="*/ 1497538 w 1727200"/>
              <a:gd name="connsiteY2" fmla="*/ 6394 h 239859"/>
              <a:gd name="connsiteX3" fmla="*/ 1727200 w 1727200"/>
              <a:gd name="connsiteY3" fmla="*/ 119380 h 239859"/>
              <a:gd name="connsiteX4" fmla="*/ 1492989 w 1727200"/>
              <a:gd name="connsiteY4" fmla="*/ 239859 h 239859"/>
              <a:gd name="connsiteX5" fmla="*/ 1488440 w 1727200"/>
              <a:gd name="connsiteY5" fmla="*/ 238760 h 239859"/>
              <a:gd name="connsiteX6" fmla="*/ 0 w 1727200"/>
              <a:gd name="connsiteY6" fmla="*/ 238760 h 239859"/>
              <a:gd name="connsiteX7" fmla="*/ 0 w 1727200"/>
              <a:gd name="connsiteY7" fmla="*/ 0 h 239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27200" h="239859">
                <a:moveTo>
                  <a:pt x="0" y="0"/>
                </a:moveTo>
                <a:lnTo>
                  <a:pt x="1488440" y="0"/>
                </a:lnTo>
                <a:lnTo>
                  <a:pt x="1497538" y="6394"/>
                </a:lnTo>
                <a:lnTo>
                  <a:pt x="1727200" y="119380"/>
                </a:lnTo>
                <a:lnTo>
                  <a:pt x="1492989" y="239859"/>
                </a:lnTo>
                <a:lnTo>
                  <a:pt x="1488440" y="238760"/>
                </a:lnTo>
                <a:lnTo>
                  <a:pt x="0" y="238760"/>
                </a:lnTo>
                <a:lnTo>
                  <a:pt x="0" y="0"/>
                </a:lnTo>
                <a:close/>
              </a:path>
            </a:pathLst>
          </a:custGeom>
          <a:solidFill>
            <a:sysClr val="windowText" lastClr="000000"/>
          </a:solidFill>
          <a:ln w="25400" cap="flat" cmpd="sng" algn="ctr">
            <a:solidFill>
              <a:srgbClr val="FFC000">
                <a:lumMod val="60000"/>
                <a:lumOff val="4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90000" tIns="0" rIns="180000" bIns="0" rtlCol="0" anchor="ctr">
            <a:spAutoFit/>
          </a:bodyPr>
          <a:lstStyle/>
          <a:p>
            <a:pPr marL="0" marR="0" lvl="0" indent="0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</a:rPr>
              <a:t>what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FF77A1DB-71A9-F6E2-DE85-D4F00839786B}"/>
              </a:ext>
            </a:extLst>
          </p:cNvPr>
          <p:cNvGrpSpPr/>
          <p:nvPr/>
        </p:nvGrpSpPr>
        <p:grpSpPr>
          <a:xfrm>
            <a:off x="6390432" y="3281282"/>
            <a:ext cx="988428" cy="289586"/>
            <a:chOff x="5881666" y="1590687"/>
            <a:chExt cx="988428" cy="289586"/>
          </a:xfrm>
        </p:grpSpPr>
        <p:sp>
          <p:nvSpPr>
            <p:cNvPr id="5" name="Retângulo 5">
              <a:extLst>
                <a:ext uri="{FF2B5EF4-FFF2-40B4-BE49-F238E27FC236}">
                  <a16:creationId xmlns:a16="http://schemas.microsoft.com/office/drawing/2014/main" id="{3AA095DE-29F6-6444-1A29-33BC6BE8BACF}"/>
                </a:ext>
              </a:extLst>
            </p:cNvPr>
            <p:cNvSpPr/>
            <p:nvPr/>
          </p:nvSpPr>
          <p:spPr>
            <a:xfrm>
              <a:off x="6081095" y="1603274"/>
              <a:ext cx="788999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369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hlinkClick r:id="rId3"/>
                </a:rPr>
                <a:t>metadata</a:t>
              </a:r>
              <a:endPara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pic>
          <p:nvPicPr>
            <p:cNvPr id="8" name="Picture 7" descr="Icon&#10;&#10;Description automatically generated">
              <a:extLst>
                <a:ext uri="{FF2B5EF4-FFF2-40B4-BE49-F238E27FC236}">
                  <a16:creationId xmlns:a16="http://schemas.microsoft.com/office/drawing/2014/main" id="{37D010B6-53F9-8117-AB66-7BECB50AA8D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81666" y="1590687"/>
              <a:ext cx="277000" cy="277000"/>
            </a:xfrm>
            <a:prstGeom prst="rect">
              <a:avLst/>
            </a:prstGeom>
          </p:spPr>
        </p:pic>
      </p:grpSp>
      <p:sp>
        <p:nvSpPr>
          <p:cNvPr id="12" name="Retângulo 20">
            <a:extLst>
              <a:ext uri="{FF2B5EF4-FFF2-40B4-BE49-F238E27FC236}">
                <a16:creationId xmlns:a16="http://schemas.microsoft.com/office/drawing/2014/main" id="{2EE1EBAC-4FEF-FE4C-9C74-37A86FAAE348}"/>
              </a:ext>
            </a:extLst>
          </p:cNvPr>
          <p:cNvSpPr/>
          <p:nvPr/>
        </p:nvSpPr>
        <p:spPr>
          <a:xfrm>
            <a:off x="1825155" y="1667595"/>
            <a:ext cx="4482339" cy="1459257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845912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5EF66BF9-1205-4921-9848-E01F172B1E41}"/>
              </a:ext>
            </a:extLst>
          </p:cNvPr>
          <p:cNvSpPr/>
          <p:nvPr/>
        </p:nvSpPr>
        <p:spPr>
          <a:xfrm>
            <a:off x="161745" y="641132"/>
            <a:ext cx="207692" cy="5990897"/>
          </a:xfrm>
          <a:prstGeom prst="rect">
            <a:avLst/>
          </a:prstGeom>
          <a:solidFill>
            <a:schemeClr val="tx1"/>
          </a:solidFill>
          <a:ln w="254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chemeClr val="bg1">
                <a:alpha val="40000"/>
              </a:schemeClr>
            </a:outerShdw>
          </a:effectLst>
        </p:spPr>
        <p:txBody>
          <a:bodyPr rtlCol="0" anchor="ctr"/>
          <a:lstStyle/>
          <a:p>
            <a:pPr marL="0" marR="0" lvl="0" indent="0" algn="ctr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Arrow: Right 5">
            <a:extLst>
              <a:ext uri="{FF2B5EF4-FFF2-40B4-BE49-F238E27FC236}">
                <a16:creationId xmlns:a16="http://schemas.microsoft.com/office/drawing/2014/main" id="{37D7CF4F-FF2A-4394-89CF-6DD9FAFE9EDE}"/>
              </a:ext>
            </a:extLst>
          </p:cNvPr>
          <p:cNvSpPr/>
          <p:nvPr/>
        </p:nvSpPr>
        <p:spPr>
          <a:xfrm>
            <a:off x="282327" y="740052"/>
            <a:ext cx="1434814" cy="276999"/>
          </a:xfrm>
          <a:custGeom>
            <a:avLst/>
            <a:gdLst>
              <a:gd name="connsiteX0" fmla="*/ 0 w 1727200"/>
              <a:gd name="connsiteY0" fmla="*/ 119380 h 477520"/>
              <a:gd name="connsiteX1" fmla="*/ 1488440 w 1727200"/>
              <a:gd name="connsiteY1" fmla="*/ 119380 h 477520"/>
              <a:gd name="connsiteX2" fmla="*/ 1488440 w 1727200"/>
              <a:gd name="connsiteY2" fmla="*/ 0 h 477520"/>
              <a:gd name="connsiteX3" fmla="*/ 1727200 w 1727200"/>
              <a:gd name="connsiteY3" fmla="*/ 238760 h 477520"/>
              <a:gd name="connsiteX4" fmla="*/ 1488440 w 1727200"/>
              <a:gd name="connsiteY4" fmla="*/ 477520 h 477520"/>
              <a:gd name="connsiteX5" fmla="*/ 1488440 w 1727200"/>
              <a:gd name="connsiteY5" fmla="*/ 358140 h 477520"/>
              <a:gd name="connsiteX6" fmla="*/ 0 w 1727200"/>
              <a:gd name="connsiteY6" fmla="*/ 358140 h 477520"/>
              <a:gd name="connsiteX7" fmla="*/ 0 w 1727200"/>
              <a:gd name="connsiteY7" fmla="*/ 119380 h 477520"/>
              <a:gd name="connsiteX0" fmla="*/ 0 w 1727200"/>
              <a:gd name="connsiteY0" fmla="*/ 11803 h 369943"/>
              <a:gd name="connsiteX1" fmla="*/ 1488440 w 1727200"/>
              <a:gd name="connsiteY1" fmla="*/ 11803 h 369943"/>
              <a:gd name="connsiteX2" fmla="*/ 1488440 w 1727200"/>
              <a:gd name="connsiteY2" fmla="*/ 0 h 369943"/>
              <a:gd name="connsiteX3" fmla="*/ 1727200 w 1727200"/>
              <a:gd name="connsiteY3" fmla="*/ 131183 h 369943"/>
              <a:gd name="connsiteX4" fmla="*/ 1488440 w 1727200"/>
              <a:gd name="connsiteY4" fmla="*/ 369943 h 369943"/>
              <a:gd name="connsiteX5" fmla="*/ 1488440 w 1727200"/>
              <a:gd name="connsiteY5" fmla="*/ 250563 h 369943"/>
              <a:gd name="connsiteX6" fmla="*/ 0 w 1727200"/>
              <a:gd name="connsiteY6" fmla="*/ 250563 h 369943"/>
              <a:gd name="connsiteX7" fmla="*/ 0 w 1727200"/>
              <a:gd name="connsiteY7" fmla="*/ 11803 h 369943"/>
              <a:gd name="connsiteX0" fmla="*/ 0 w 1727200"/>
              <a:gd name="connsiteY0" fmla="*/ 0 h 358140"/>
              <a:gd name="connsiteX1" fmla="*/ 1488440 w 1727200"/>
              <a:gd name="connsiteY1" fmla="*/ 0 h 358140"/>
              <a:gd name="connsiteX2" fmla="*/ 1497538 w 1727200"/>
              <a:gd name="connsiteY2" fmla="*/ 6394 h 358140"/>
              <a:gd name="connsiteX3" fmla="*/ 1727200 w 1727200"/>
              <a:gd name="connsiteY3" fmla="*/ 119380 h 358140"/>
              <a:gd name="connsiteX4" fmla="*/ 1488440 w 1727200"/>
              <a:gd name="connsiteY4" fmla="*/ 358140 h 358140"/>
              <a:gd name="connsiteX5" fmla="*/ 1488440 w 1727200"/>
              <a:gd name="connsiteY5" fmla="*/ 238760 h 358140"/>
              <a:gd name="connsiteX6" fmla="*/ 0 w 1727200"/>
              <a:gd name="connsiteY6" fmla="*/ 238760 h 358140"/>
              <a:gd name="connsiteX7" fmla="*/ 0 w 1727200"/>
              <a:gd name="connsiteY7" fmla="*/ 0 h 358140"/>
              <a:gd name="connsiteX0" fmla="*/ 0 w 1727200"/>
              <a:gd name="connsiteY0" fmla="*/ 0 h 239859"/>
              <a:gd name="connsiteX1" fmla="*/ 1488440 w 1727200"/>
              <a:gd name="connsiteY1" fmla="*/ 0 h 239859"/>
              <a:gd name="connsiteX2" fmla="*/ 1497538 w 1727200"/>
              <a:gd name="connsiteY2" fmla="*/ 6394 h 239859"/>
              <a:gd name="connsiteX3" fmla="*/ 1727200 w 1727200"/>
              <a:gd name="connsiteY3" fmla="*/ 119380 h 239859"/>
              <a:gd name="connsiteX4" fmla="*/ 1492989 w 1727200"/>
              <a:gd name="connsiteY4" fmla="*/ 239859 h 239859"/>
              <a:gd name="connsiteX5" fmla="*/ 1488440 w 1727200"/>
              <a:gd name="connsiteY5" fmla="*/ 238760 h 239859"/>
              <a:gd name="connsiteX6" fmla="*/ 0 w 1727200"/>
              <a:gd name="connsiteY6" fmla="*/ 238760 h 239859"/>
              <a:gd name="connsiteX7" fmla="*/ 0 w 1727200"/>
              <a:gd name="connsiteY7" fmla="*/ 0 h 239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27200" h="239859">
                <a:moveTo>
                  <a:pt x="0" y="0"/>
                </a:moveTo>
                <a:lnTo>
                  <a:pt x="1488440" y="0"/>
                </a:lnTo>
                <a:lnTo>
                  <a:pt x="1497538" y="6394"/>
                </a:lnTo>
                <a:lnTo>
                  <a:pt x="1727200" y="119380"/>
                </a:lnTo>
                <a:lnTo>
                  <a:pt x="1492989" y="239859"/>
                </a:lnTo>
                <a:lnTo>
                  <a:pt x="1488440" y="238760"/>
                </a:lnTo>
                <a:lnTo>
                  <a:pt x="0" y="238760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 w="25400" cap="flat" cmpd="sng" algn="ctr">
            <a:solidFill>
              <a:schemeClr val="accent4">
                <a:lumMod val="60000"/>
                <a:lumOff val="40000"/>
              </a:schemeClr>
            </a:solidFill>
            <a:prstDash val="solid"/>
            <a:miter lim="800000"/>
          </a:ln>
          <a:effectLst>
            <a:outerShdw blurRad="50800" dist="63500" dir="2700000" algn="tl" rotWithShape="0">
              <a:schemeClr val="bg1">
                <a:alpha val="40000"/>
              </a:schemeClr>
            </a:outerShdw>
          </a:effectLst>
        </p:spPr>
        <p:txBody>
          <a:bodyPr wrap="none" lIns="90000" tIns="0" rIns="180000" bIns="0" rtlCol="0" anchor="ctr">
            <a:spAutoFit/>
          </a:bodyPr>
          <a:lstStyle/>
          <a:p>
            <a:pPr marL="0" marR="0" lvl="0" indent="0" algn="l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new project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1340E3-E6E7-40FD-BFE9-9758DA674A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745" y="185083"/>
            <a:ext cx="1352165" cy="369332"/>
          </a:xfrm>
          <a:gradFill>
            <a:gsLst>
              <a:gs pos="0">
                <a:srgbClr val="4472C4">
                  <a:lumMod val="5000"/>
                  <a:lumOff val="95000"/>
                </a:srgbClr>
              </a:gs>
              <a:gs pos="74000">
                <a:srgbClr val="4472C4">
                  <a:lumMod val="45000"/>
                  <a:lumOff val="55000"/>
                </a:srgbClr>
              </a:gs>
              <a:gs pos="83000">
                <a:srgbClr val="4472C4">
                  <a:lumMod val="45000"/>
                  <a:lumOff val="55000"/>
                </a:srgbClr>
              </a:gs>
              <a:gs pos="100000">
                <a:srgbClr val="4472C4">
                  <a:lumMod val="30000"/>
                  <a:lumOff val="70000"/>
                </a:srgbClr>
              </a:gs>
            </a:gsLst>
            <a:lin ang="5400000" scaled="1"/>
          </a:gradFill>
          <a:ln w="25400">
            <a:solidFill>
              <a:schemeClr val="accent5">
                <a:lumMod val="60000"/>
                <a:lumOff val="40000"/>
              </a:schemeClr>
            </a:solidFill>
          </a:ln>
          <a:effectLst>
            <a:outerShdw blurRad="50800" dist="63500" dir="2700000" algn="tl" rotWithShape="0">
              <a:schemeClr val="bg1">
                <a:alpha val="40000"/>
              </a:schemeClr>
            </a:outerShdw>
          </a:effectLst>
        </p:spPr>
        <p:txBody>
          <a:bodyPr vert="horz" wrap="none" lIns="91440" tIns="45720" rIns="91440" bIns="45720" rtlCol="0" anchor="t">
            <a:spAutoFit/>
          </a:bodyPr>
          <a:lstStyle/>
          <a:p>
            <a:r>
              <a:rPr lang="en-US" sz="2000" dirty="0">
                <a:solidFill>
                  <a:sysClr val="windowText" lastClr="000000"/>
                </a:solidFill>
                <a:latin typeface="Calibri Light" panose="020F0302020204030204"/>
              </a:rPr>
              <a:t>Z. template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E41A7F36-A6A2-4B0F-BFF3-546E7A3EE687}"/>
              </a:ext>
            </a:extLst>
          </p:cNvPr>
          <p:cNvSpPr/>
          <p:nvPr/>
        </p:nvSpPr>
        <p:spPr>
          <a:xfrm>
            <a:off x="3990477" y="641131"/>
            <a:ext cx="251307" cy="3081938"/>
          </a:xfrm>
          <a:prstGeom prst="roundRect">
            <a:avLst/>
          </a:prstGeom>
          <a:solidFill>
            <a:schemeClr val="tx1"/>
          </a:solidFill>
          <a:ln w="25400">
            <a:solidFill>
              <a:schemeClr val="accent6">
                <a:lumMod val="75000"/>
              </a:schemeClr>
            </a:solidFill>
          </a:ln>
          <a:effectLst>
            <a:outerShdw blurRad="50800" dist="63500" dir="2700000" algn="tl" rotWithShape="0">
              <a:schemeClr val="bg1">
                <a:alpha val="40000"/>
              </a:schemeClr>
            </a:outerShdw>
          </a:effectLst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Seta para a Direita 19">
            <a:extLst>
              <a:ext uri="{FF2B5EF4-FFF2-40B4-BE49-F238E27FC236}">
                <a16:creationId xmlns:a16="http://schemas.microsoft.com/office/drawing/2014/main" id="{ECA516AD-C913-468A-98D2-3DA2573FC6F1}"/>
              </a:ext>
            </a:extLst>
          </p:cNvPr>
          <p:cNvSpPr/>
          <p:nvPr/>
        </p:nvSpPr>
        <p:spPr>
          <a:xfrm flipH="1">
            <a:off x="297492" y="1258802"/>
            <a:ext cx="1490957" cy="276999"/>
          </a:xfrm>
          <a:custGeom>
            <a:avLst/>
            <a:gdLst>
              <a:gd name="connsiteX0" fmla="*/ 0 w 2607159"/>
              <a:gd name="connsiteY0" fmla="*/ 137562 h 550247"/>
              <a:gd name="connsiteX1" fmla="*/ 2332036 w 2607159"/>
              <a:gd name="connsiteY1" fmla="*/ 137562 h 550247"/>
              <a:gd name="connsiteX2" fmla="*/ 2332036 w 2607159"/>
              <a:gd name="connsiteY2" fmla="*/ 0 h 550247"/>
              <a:gd name="connsiteX3" fmla="*/ 2607159 w 2607159"/>
              <a:gd name="connsiteY3" fmla="*/ 275124 h 550247"/>
              <a:gd name="connsiteX4" fmla="*/ 2332036 w 2607159"/>
              <a:gd name="connsiteY4" fmla="*/ 550247 h 550247"/>
              <a:gd name="connsiteX5" fmla="*/ 2332036 w 2607159"/>
              <a:gd name="connsiteY5" fmla="*/ 412685 h 550247"/>
              <a:gd name="connsiteX6" fmla="*/ 0 w 2607159"/>
              <a:gd name="connsiteY6" fmla="*/ 412685 h 550247"/>
              <a:gd name="connsiteX7" fmla="*/ 0 w 2607159"/>
              <a:gd name="connsiteY7" fmla="*/ 137562 h 550247"/>
              <a:gd name="connsiteX0" fmla="*/ 0 w 2607159"/>
              <a:gd name="connsiteY0" fmla="*/ 137562 h 550247"/>
              <a:gd name="connsiteX1" fmla="*/ 2332036 w 2607159"/>
              <a:gd name="connsiteY1" fmla="*/ 137562 h 550247"/>
              <a:gd name="connsiteX2" fmla="*/ 2332036 w 2607159"/>
              <a:gd name="connsiteY2" fmla="*/ 0 h 550247"/>
              <a:gd name="connsiteX3" fmla="*/ 2607159 w 2607159"/>
              <a:gd name="connsiteY3" fmla="*/ 275124 h 550247"/>
              <a:gd name="connsiteX4" fmla="*/ 2332036 w 2607159"/>
              <a:gd name="connsiteY4" fmla="*/ 550247 h 550247"/>
              <a:gd name="connsiteX5" fmla="*/ 2332036 w 2607159"/>
              <a:gd name="connsiteY5" fmla="*/ 412685 h 550247"/>
              <a:gd name="connsiteX6" fmla="*/ 0 w 2607159"/>
              <a:gd name="connsiteY6" fmla="*/ 412685 h 550247"/>
              <a:gd name="connsiteX7" fmla="*/ 0 w 2607159"/>
              <a:gd name="connsiteY7" fmla="*/ 137562 h 550247"/>
              <a:gd name="connsiteX0" fmla="*/ 0 w 2607159"/>
              <a:gd name="connsiteY0" fmla="*/ 0 h 412685"/>
              <a:gd name="connsiteX1" fmla="*/ 2332036 w 2607159"/>
              <a:gd name="connsiteY1" fmla="*/ 0 h 412685"/>
              <a:gd name="connsiteX2" fmla="*/ 2607159 w 2607159"/>
              <a:gd name="connsiteY2" fmla="*/ 137562 h 412685"/>
              <a:gd name="connsiteX3" fmla="*/ 2332036 w 2607159"/>
              <a:gd name="connsiteY3" fmla="*/ 412685 h 412685"/>
              <a:gd name="connsiteX4" fmla="*/ 2332036 w 2607159"/>
              <a:gd name="connsiteY4" fmla="*/ 275123 h 412685"/>
              <a:gd name="connsiteX5" fmla="*/ 0 w 2607159"/>
              <a:gd name="connsiteY5" fmla="*/ 275123 h 412685"/>
              <a:gd name="connsiteX6" fmla="*/ 0 w 2607159"/>
              <a:gd name="connsiteY6" fmla="*/ 0 h 412685"/>
              <a:gd name="connsiteX0" fmla="*/ 0 w 2607159"/>
              <a:gd name="connsiteY0" fmla="*/ 0 h 275123"/>
              <a:gd name="connsiteX1" fmla="*/ 2332036 w 2607159"/>
              <a:gd name="connsiteY1" fmla="*/ 0 h 275123"/>
              <a:gd name="connsiteX2" fmla="*/ 2607159 w 2607159"/>
              <a:gd name="connsiteY2" fmla="*/ 137562 h 275123"/>
              <a:gd name="connsiteX3" fmla="*/ 2332036 w 2607159"/>
              <a:gd name="connsiteY3" fmla="*/ 275123 h 275123"/>
              <a:gd name="connsiteX4" fmla="*/ 0 w 2607159"/>
              <a:gd name="connsiteY4" fmla="*/ 275123 h 275123"/>
              <a:gd name="connsiteX5" fmla="*/ 0 w 2607159"/>
              <a:gd name="connsiteY5" fmla="*/ 0 h 2751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607159" h="275123">
                <a:moveTo>
                  <a:pt x="0" y="0"/>
                </a:moveTo>
                <a:lnTo>
                  <a:pt x="2332036" y="0"/>
                </a:lnTo>
                <a:lnTo>
                  <a:pt x="2607159" y="137562"/>
                </a:lnTo>
                <a:lnTo>
                  <a:pt x="2332036" y="275123"/>
                </a:lnTo>
                <a:lnTo>
                  <a:pt x="0" y="275123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 w="25400">
            <a:solidFill>
              <a:schemeClr val="accent2"/>
            </a:solidFill>
          </a:ln>
          <a:effectLst>
            <a:outerShdw blurRad="50800" dist="63500" dir="2700000" algn="tl" rotWithShape="0">
              <a:schemeClr val="bg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80000" tIns="0" rIns="36000" bIns="0" rtlCol="0" anchor="ctr">
            <a:spAutoFit/>
          </a:bodyPr>
          <a:lstStyle/>
          <a:p>
            <a:pPr marL="0" marR="0" lvl="0" indent="0" algn="ctr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ExecuteAsync</a:t>
            </a:r>
          </a:p>
        </p:txBody>
      </p:sp>
      <p:sp>
        <p:nvSpPr>
          <p:cNvPr id="39" name="Explosion: 14 Points 38">
            <a:extLst>
              <a:ext uri="{FF2B5EF4-FFF2-40B4-BE49-F238E27FC236}">
                <a16:creationId xmlns:a16="http://schemas.microsoft.com/office/drawing/2014/main" id="{726CC03A-7D6C-46EA-92A0-86DDE1A0107D}"/>
              </a:ext>
            </a:extLst>
          </p:cNvPr>
          <p:cNvSpPr/>
          <p:nvPr/>
        </p:nvSpPr>
        <p:spPr>
          <a:xfrm>
            <a:off x="328733" y="6044547"/>
            <a:ext cx="1625594" cy="622578"/>
          </a:xfrm>
          <a:prstGeom prst="irregularSeal2">
            <a:avLst/>
          </a:prstGeom>
          <a:solidFill>
            <a:schemeClr val="tx1"/>
          </a:solidFill>
          <a:ln>
            <a:solidFill>
              <a:srgbClr val="FF0000"/>
            </a:solidFill>
          </a:ln>
          <a:effectLst>
            <a:outerShdw blurRad="50800" dist="63500" dir="2700000" algn="tl" rotWithShape="0">
              <a:schemeClr val="bg1">
                <a:alpha val="40000"/>
              </a:schemeClr>
            </a:outerShdw>
          </a:effectLst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none" lIns="0" tIns="0" rIns="0" bIns="0" rtlCol="0" anchor="ctr">
            <a:spAutoFit/>
          </a:bodyPr>
          <a:lstStyle/>
          <a:p>
            <a:pPr marL="0" marR="0" lvl="0" indent="0" algn="ctr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success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041003E8-A938-463D-86F0-FCED56AC68C0}"/>
              </a:ext>
            </a:extLst>
          </p:cNvPr>
          <p:cNvSpPr/>
          <p:nvPr/>
        </p:nvSpPr>
        <p:spPr>
          <a:xfrm>
            <a:off x="283909" y="4930886"/>
            <a:ext cx="495300" cy="465224"/>
          </a:xfrm>
          <a:prstGeom prst="ellipse">
            <a:avLst/>
          </a:prstGeom>
          <a:solidFill>
            <a:schemeClr val="tx1"/>
          </a:solidFill>
          <a:ln w="25400">
            <a:solidFill>
              <a:schemeClr val="accent4">
                <a:lumMod val="60000"/>
                <a:lumOff val="40000"/>
              </a:schemeClr>
            </a:solidFill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800" b="0" i="0" u="none" strike="noStrike" kern="1200" cap="none" spc="0" normalizeH="0" baseline="0" noProof="0" dirty="0">
                <a:ln w="0"/>
                <a:solidFill>
                  <a:prstClr val="white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 Light" panose="020F0302020204030204"/>
                <a:ea typeface="+mn-ea"/>
                <a:cs typeface="+mn-cs"/>
              </a:rPr>
              <a:t>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BFA1939-92C3-48AC-93EE-5C93B552D70D}"/>
              </a:ext>
            </a:extLst>
          </p:cNvPr>
          <p:cNvSpPr txBox="1"/>
          <p:nvPr/>
        </p:nvSpPr>
        <p:spPr>
          <a:xfrm>
            <a:off x="826994" y="4729870"/>
            <a:ext cx="598241" cy="769441"/>
          </a:xfrm>
          <a:prstGeom prst="rect">
            <a:avLst/>
          </a:prstGeom>
          <a:noFill/>
          <a:effectLst>
            <a:outerShdw blurRad="50800" dist="88900" dir="2700000" algn="tl" rotWithShape="0">
              <a:schemeClr val="bg1">
                <a:alpha val="40000"/>
              </a:schemeClr>
            </a:outerShdw>
          </a:effectLst>
        </p:spPr>
        <p:txBody>
          <a:bodyPr wrap="none">
            <a:spAutoFit/>
          </a:bodyPr>
          <a:lstStyle/>
          <a:p>
            <a:pPr marL="0" marR="0" lvl="0" indent="0" algn="l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4400" b="1" i="0" u="none" strike="noStrike" kern="1200" cap="none" spc="0" normalizeH="0" baseline="0" noProof="0" dirty="0">
                <a:ln>
                  <a:noFill/>
                </a:ln>
                <a:solidFill>
                  <a:srgbClr val="0645AD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⊂</a:t>
            </a:r>
            <a:endParaRPr kumimoji="0" lang="pt-PT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</p:txBody>
      </p:sp>
      <p:sp>
        <p:nvSpPr>
          <p:cNvPr id="42" name="Speech Bubble: Rectangle 41">
            <a:extLst>
              <a:ext uri="{FF2B5EF4-FFF2-40B4-BE49-F238E27FC236}">
                <a16:creationId xmlns:a16="http://schemas.microsoft.com/office/drawing/2014/main" id="{79007EFE-5D7A-41BC-9914-0012C2E39275}"/>
              </a:ext>
            </a:extLst>
          </p:cNvPr>
          <p:cNvSpPr/>
          <p:nvPr/>
        </p:nvSpPr>
        <p:spPr>
          <a:xfrm>
            <a:off x="2157928" y="1244459"/>
            <a:ext cx="1430895" cy="288147"/>
          </a:xfrm>
          <a:prstGeom prst="wedgeRectCallout">
            <a:avLst/>
          </a:prstGeom>
          <a:solidFill>
            <a:schemeClr val="tx1"/>
          </a:solidFill>
          <a:ln w="254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lIns="36000" tIns="36000" rIns="36000" bIns="36000" rtlCol="0" anchor="t">
            <a:spAutoFit/>
          </a:bodyPr>
          <a:lstStyle/>
          <a:p>
            <a:pPr marL="342889" marR="0" lvl="0" indent="-342889" algn="l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square post-it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F173AA0-1DC6-4E8A-8BC2-7BC8E1E52403}"/>
              </a:ext>
            </a:extLst>
          </p:cNvPr>
          <p:cNvSpPr txBox="1"/>
          <p:nvPr/>
        </p:nvSpPr>
        <p:spPr>
          <a:xfrm>
            <a:off x="596511" y="1816814"/>
            <a:ext cx="2825197" cy="954107"/>
          </a:xfrm>
          <a:prstGeom prst="rect">
            <a:avLst/>
          </a:prstGeom>
          <a:solidFill>
            <a:schemeClr val="tx1"/>
          </a:solidFill>
          <a:ln>
            <a:solidFill>
              <a:schemeClr val="accent1"/>
            </a:solidFill>
          </a:ln>
          <a:effectLst>
            <a:outerShdw blurRad="50800" dist="63500" dir="2700000" algn="tl" rotWithShape="0">
              <a:schemeClr val="bg1">
                <a:alpha val="40000"/>
              </a:schemeClr>
            </a:outerShdw>
          </a:effectLst>
        </p:spPr>
        <p:txBody>
          <a:bodyPr wrap="none" rtlCol="0">
            <a:spAutoFit/>
          </a:bodyPr>
          <a:lstStyle/>
          <a:p>
            <a:pPr marL="342889" marR="0" lvl="0" indent="-342889" algn="l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A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slash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 </a:t>
            </a:r>
          </a:p>
          <a:p>
            <a:pPr marL="800073" marR="0" lvl="1" indent="-342889" algn="l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followed </a:t>
            </a:r>
          </a:p>
          <a:p>
            <a:pPr marL="342889" marR="0" lvl="0" indent="-342889" algn="l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by </a:t>
            </a:r>
          </a:p>
          <a:p>
            <a:pPr marL="800073" marR="0" lvl="1" indent="-342889" algn="l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two consecutive asterisks 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3445998E-B9E0-450B-B4CB-45822AEF0C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2781" y="1056976"/>
            <a:ext cx="2819089" cy="1233604"/>
          </a:xfrm>
          <a:prstGeom prst="rect">
            <a:avLst/>
          </a:prstGeom>
          <a:ln w="50800">
            <a:solidFill>
              <a:schemeClr val="accent6">
                <a:lumMod val="60000"/>
                <a:lumOff val="40000"/>
              </a:schemeClr>
            </a:solidFill>
          </a:ln>
          <a:effectLst>
            <a:outerShdw blurRad="50800" dist="127000" dir="2700000" algn="tl" rotWithShape="0">
              <a:schemeClr val="bg1">
                <a:alpha val="40000"/>
              </a:schemeClr>
            </a:outerShdw>
          </a:effectLst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08A7C638-5E21-411A-8DB8-B34B86A5195B}"/>
              </a:ext>
            </a:extLst>
          </p:cNvPr>
          <p:cNvGrpSpPr/>
          <p:nvPr/>
        </p:nvGrpSpPr>
        <p:grpSpPr>
          <a:xfrm>
            <a:off x="282327" y="4179726"/>
            <a:ext cx="1757548" cy="289586"/>
            <a:chOff x="5881666" y="1590687"/>
            <a:chExt cx="1757548" cy="289586"/>
          </a:xfrm>
        </p:grpSpPr>
        <p:sp>
          <p:nvSpPr>
            <p:cNvPr id="22" name="Retângulo 5">
              <a:extLst>
                <a:ext uri="{FF2B5EF4-FFF2-40B4-BE49-F238E27FC236}">
                  <a16:creationId xmlns:a16="http://schemas.microsoft.com/office/drawing/2014/main" id="{D6D9B7B9-E922-474A-9604-497F2E4C0AAE}"/>
                </a:ext>
              </a:extLst>
            </p:cNvPr>
            <p:cNvSpPr/>
            <p:nvPr/>
          </p:nvSpPr>
          <p:spPr>
            <a:xfrm>
              <a:off x="6081095" y="1603274"/>
              <a:ext cx="1558119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36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  <a:hlinkClick r:id="rId3"/>
                </a:rPr>
                <a:t>entity framework plus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23" name="Picture 22" descr="Icon&#10;&#10;Description automatically generated">
              <a:extLst>
                <a:ext uri="{FF2B5EF4-FFF2-40B4-BE49-F238E27FC236}">
                  <a16:creationId xmlns:a16="http://schemas.microsoft.com/office/drawing/2014/main" id="{24B73C90-D5FA-44E4-A9BA-5A25A7089DB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81666" y="1590687"/>
              <a:ext cx="277000" cy="277000"/>
            </a:xfrm>
            <a:prstGeom prst="rect">
              <a:avLst/>
            </a:prstGeom>
          </p:spPr>
        </p:pic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22A5372C-BF23-4DD1-B84D-A97DCF885AD8}"/>
              </a:ext>
            </a:extLst>
          </p:cNvPr>
          <p:cNvGrpSpPr/>
          <p:nvPr/>
        </p:nvGrpSpPr>
        <p:grpSpPr>
          <a:xfrm>
            <a:off x="238309" y="3772837"/>
            <a:ext cx="1452384" cy="283293"/>
            <a:chOff x="5611636" y="5954426"/>
            <a:chExt cx="1452385" cy="283293"/>
          </a:xfrm>
        </p:grpSpPr>
        <p:pic>
          <p:nvPicPr>
            <p:cNvPr id="28" name="Picture 27" descr="Icon&#10;&#10;Description automatically generated">
              <a:extLst>
                <a:ext uri="{FF2B5EF4-FFF2-40B4-BE49-F238E27FC236}">
                  <a16:creationId xmlns:a16="http://schemas.microsoft.com/office/drawing/2014/main" id="{C14A7DDB-9D0A-42FA-8AE2-ECECEE19FAA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5611636" y="5973306"/>
              <a:ext cx="495775" cy="264413"/>
            </a:xfrm>
            <a:prstGeom prst="rect">
              <a:avLst/>
            </a:prstGeom>
          </p:spPr>
        </p:pic>
        <p:sp>
          <p:nvSpPr>
            <p:cNvPr id="29" name="Retângulo 5">
              <a:extLst>
                <a:ext uri="{FF2B5EF4-FFF2-40B4-BE49-F238E27FC236}">
                  <a16:creationId xmlns:a16="http://schemas.microsoft.com/office/drawing/2014/main" id="{2C3464DC-863E-4361-935F-522237E7A133}"/>
                </a:ext>
              </a:extLst>
            </p:cNvPr>
            <p:cNvSpPr/>
            <p:nvPr/>
          </p:nvSpPr>
          <p:spPr>
            <a:xfrm>
              <a:off x="6107411" y="5954426"/>
              <a:ext cx="956610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36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  <a:hlinkClick r:id="rId6" action="ppaction://hlinkpres?slideindex=1&amp;slidetitle="/>
                </a:rPr>
                <a:t>introduction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A3DBE82E-A82D-4677-8A19-683B4B93F017}"/>
              </a:ext>
            </a:extLst>
          </p:cNvPr>
          <p:cNvGrpSpPr/>
          <p:nvPr/>
        </p:nvGrpSpPr>
        <p:grpSpPr>
          <a:xfrm>
            <a:off x="304221" y="3307233"/>
            <a:ext cx="1355442" cy="330654"/>
            <a:chOff x="421365" y="4900305"/>
            <a:chExt cx="1355443" cy="330654"/>
          </a:xfrm>
        </p:grpSpPr>
        <p:sp>
          <p:nvSpPr>
            <p:cNvPr id="32" name="Retângulo 5">
              <a:extLst>
                <a:ext uri="{FF2B5EF4-FFF2-40B4-BE49-F238E27FC236}">
                  <a16:creationId xmlns:a16="http://schemas.microsoft.com/office/drawing/2014/main" id="{6A7CEFA0-0CCF-4F88-9B65-C6508FBF8450}"/>
                </a:ext>
              </a:extLst>
            </p:cNvPr>
            <p:cNvSpPr/>
            <p:nvPr/>
          </p:nvSpPr>
          <p:spPr>
            <a:xfrm>
              <a:off x="702474" y="4953960"/>
              <a:ext cx="1074334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36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  <a:hlinkClick r:id="rId7" action="ppaction://hlinkpres?slideindex=1&amp;slidetitle="/>
                </a:rPr>
                <a:t>functionalities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33" name="Graphic 32">
              <a:extLst>
                <a:ext uri="{FF2B5EF4-FFF2-40B4-BE49-F238E27FC236}">
                  <a16:creationId xmlns:a16="http://schemas.microsoft.com/office/drawing/2014/main" id="{CEB76E67-591A-4CE5-8666-F4DF923D567E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421365" y="4900305"/>
              <a:ext cx="276999" cy="276999"/>
            </a:xfrm>
            <a:prstGeom prst="rect">
              <a:avLst/>
            </a:prstGeom>
          </p:spPr>
        </p:pic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B89B9DD3-97AA-4CD5-8C66-FFB990370CCC}"/>
              </a:ext>
            </a:extLst>
          </p:cNvPr>
          <p:cNvGrpSpPr/>
          <p:nvPr/>
        </p:nvGrpSpPr>
        <p:grpSpPr>
          <a:xfrm>
            <a:off x="290665" y="2916452"/>
            <a:ext cx="3350796" cy="299662"/>
            <a:chOff x="1643297" y="4045816"/>
            <a:chExt cx="3350796" cy="299662"/>
          </a:xfrm>
        </p:grpSpPr>
        <p:sp>
          <p:nvSpPr>
            <p:cNvPr id="35" name="CaixaDeTexto 17">
              <a:hlinkClick r:id="rId10" action="ppaction://program"/>
              <a:extLst>
                <a:ext uri="{FF2B5EF4-FFF2-40B4-BE49-F238E27FC236}">
                  <a16:creationId xmlns:a16="http://schemas.microsoft.com/office/drawing/2014/main" id="{C4FEBFE7-3F98-4DDB-B986-E3F0FBEC1A0E}"/>
                </a:ext>
              </a:extLst>
            </p:cNvPr>
            <p:cNvSpPr txBox="1"/>
            <p:nvPr/>
          </p:nvSpPr>
          <p:spPr>
            <a:xfrm>
              <a:off x="1980063" y="4103314"/>
              <a:ext cx="3014030" cy="184666"/>
            </a:xfrm>
            <a:prstGeom prst="rect">
              <a:avLst/>
            </a:prstGeom>
            <a:noFill/>
            <a:effectLst>
              <a:outerShdw blurRad="50800" dist="762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91436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sng" strike="noStrike" kern="1200" cap="none" spc="0" normalizeH="0" baseline="0" noProof="0" dirty="0">
                  <a:ln>
                    <a:noFill/>
                  </a:ln>
                  <a:solidFill>
                    <a:srgbClr val="4472C4">
                      <a:lumMod val="50000"/>
                    </a:srgbClr>
                  </a:solidFill>
                  <a:effectLst/>
                  <a:uLnTx/>
                  <a:uFillTx/>
                  <a:latin typeface="Calibri Light" panose="020F0302020204030204"/>
                  <a:ea typeface="+mn-ea"/>
                  <a:cs typeface="+mn-cs"/>
                  <a:hlinkClick r:id="rId11" action="ppaction://hlinkfile"/>
                </a:rPr>
                <a:t>D:\A1_research\C2_c0dice\B1_jmeter\A1_install</a:t>
              </a:r>
              <a:endParaRPr kumimoji="0" lang="en-US" sz="1200" b="0" i="0" u="sng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50000"/>
                  </a:srgbClr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endParaRPr>
            </a:p>
          </p:txBody>
        </p:sp>
        <p:pic>
          <p:nvPicPr>
            <p:cNvPr id="37" name="Imagem 18">
              <a:hlinkClick r:id="rId10" action="ppaction://program"/>
              <a:extLst>
                <a:ext uri="{FF2B5EF4-FFF2-40B4-BE49-F238E27FC236}">
                  <a16:creationId xmlns:a16="http://schemas.microsoft.com/office/drawing/2014/main" id="{9DA85EDB-3BB2-4480-9EAC-60E04204F5F4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43297" y="4045816"/>
              <a:ext cx="295651" cy="299662"/>
            </a:xfrm>
            <a:prstGeom prst="rect">
              <a:avLst/>
            </a:prstGeom>
          </p:spPr>
        </p:pic>
      </p:grpSp>
      <p:sp>
        <p:nvSpPr>
          <p:cNvPr id="24" name="Texto Explicativo 1 23"/>
          <p:cNvSpPr/>
          <p:nvPr/>
        </p:nvSpPr>
        <p:spPr>
          <a:xfrm flipH="1">
            <a:off x="321498" y="5499311"/>
            <a:ext cx="1682631" cy="442035"/>
          </a:xfrm>
          <a:prstGeom prst="borderCallout1">
            <a:avLst>
              <a:gd name="adj1" fmla="val 57951"/>
              <a:gd name="adj2" fmla="val -2146"/>
              <a:gd name="adj3" fmla="val -108706"/>
              <a:gd name="adj4" fmla="val -25813"/>
            </a:avLst>
          </a:prstGeom>
          <a:solidFill>
            <a:schemeClr val="tx1"/>
          </a:solidFill>
          <a:ln w="25400">
            <a:solidFill>
              <a:schemeClr val="tx2"/>
            </a:solidFill>
          </a:ln>
          <a:effectLst>
            <a:outerShdw blurRad="50800" dist="63500" dir="2700000" algn="tl" rotWithShape="0">
              <a:schemeClr val="bg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>
            <a:spAutoFit/>
          </a:bodyPr>
          <a:lstStyle/>
          <a:p>
            <a:pPr marL="228592" marR="0" lvl="0" indent="-228592" algn="just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every key-frame</a:t>
            </a:r>
          </a:p>
          <a:p>
            <a:pPr marL="228592" marR="0" lvl="0" indent="-228592" algn="just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defines the operation </a:t>
            </a:r>
          </a:p>
        </p:txBody>
      </p:sp>
      <p:cxnSp>
        <p:nvCxnSpPr>
          <p:cNvPr id="26" name="Conector Angulado 25"/>
          <p:cNvCxnSpPr>
            <a:stCxn id="3" idx="1"/>
          </p:cNvCxnSpPr>
          <p:nvPr/>
        </p:nvCxnSpPr>
        <p:spPr>
          <a:xfrm rot="10800000" flipH="1">
            <a:off x="3949147" y="3636580"/>
            <a:ext cx="3460441" cy="742678"/>
          </a:xfrm>
          <a:prstGeom prst="bentConnector3">
            <a:avLst>
              <a:gd name="adj1" fmla="val 32839"/>
            </a:avLst>
          </a:prstGeom>
          <a:ln w="952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tângulo 20"/>
          <p:cNvSpPr/>
          <p:nvPr/>
        </p:nvSpPr>
        <p:spPr>
          <a:xfrm>
            <a:off x="4241784" y="2693963"/>
            <a:ext cx="2047445" cy="44497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Speech Bubble: Rectangle 43">
            <a:extLst>
              <a:ext uri="{FF2B5EF4-FFF2-40B4-BE49-F238E27FC236}">
                <a16:creationId xmlns:a16="http://schemas.microsoft.com/office/drawing/2014/main" id="{F6BD38D4-616B-4E52-AF29-D8B40FBECD17}"/>
              </a:ext>
            </a:extLst>
          </p:cNvPr>
          <p:cNvSpPr/>
          <p:nvPr/>
        </p:nvSpPr>
        <p:spPr>
          <a:xfrm>
            <a:off x="9116363" y="1155794"/>
            <a:ext cx="973655" cy="442035"/>
          </a:xfrm>
          <a:prstGeom prst="wedgeRectCallout">
            <a:avLst>
              <a:gd name="adj1" fmla="val 37971"/>
              <a:gd name="adj2" fmla="val 86512"/>
            </a:avLst>
          </a:prstGeom>
          <a:solidFill>
            <a:schemeClr val="tx1"/>
          </a:solidFill>
          <a:ln>
            <a:solidFill>
              <a:schemeClr val="accent1"/>
            </a:solidFill>
          </a:ln>
          <a:effectLst>
            <a:outerShdw blurRad="50800" dist="63500" dir="2700000" algn="tl" rotWithShape="0">
              <a:schemeClr val="bg1">
                <a:alpha val="40000"/>
              </a:schemeClr>
            </a:outerShdw>
          </a:effectLst>
        </p:spPr>
        <p:txBody>
          <a:bodyPr wrap="none" lIns="36000" tIns="36000" rIns="36000" bIns="36000" rtlCol="0">
            <a:spAutoFit/>
          </a:bodyPr>
          <a:lstStyle/>
          <a:p>
            <a:pPr marL="228592" marR="0" lvl="0" indent="-228592" algn="l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download </a:t>
            </a:r>
          </a:p>
          <a:p>
            <a:pPr marL="685776" marR="0" lvl="1" indent="-228592" algn="l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exe</a:t>
            </a:r>
          </a:p>
        </p:txBody>
      </p:sp>
      <p:sp>
        <p:nvSpPr>
          <p:cNvPr id="46" name="Speech Bubble: Rectangle 45">
            <a:extLst>
              <a:ext uri="{FF2B5EF4-FFF2-40B4-BE49-F238E27FC236}">
                <a16:creationId xmlns:a16="http://schemas.microsoft.com/office/drawing/2014/main" id="{15AAAA5B-560F-4C04-8412-8AC4C406E504}"/>
              </a:ext>
            </a:extLst>
          </p:cNvPr>
          <p:cNvSpPr/>
          <p:nvPr/>
        </p:nvSpPr>
        <p:spPr>
          <a:xfrm>
            <a:off x="8424446" y="1351608"/>
            <a:ext cx="412540" cy="246221"/>
          </a:xfrm>
          <a:prstGeom prst="wedgeRectCallout">
            <a:avLst>
              <a:gd name="adj1" fmla="val 50293"/>
              <a:gd name="adj2" fmla="val 102854"/>
            </a:avLst>
          </a:prstGeom>
          <a:solidFill>
            <a:schemeClr val="tx1"/>
          </a:solidFill>
          <a:ln w="12700" cap="flat" cmpd="sng" algn="ctr">
            <a:solidFill>
              <a:schemeClr val="accent4">
                <a:lumMod val="60000"/>
                <a:lumOff val="40000"/>
              </a:schemeClr>
            </a:solidFill>
            <a:prstDash val="solid"/>
            <a:miter lim="800000"/>
          </a:ln>
          <a:effectLst>
            <a:outerShdw blurRad="50800" dist="63500" dir="2700000" algn="tl" rotWithShape="0">
              <a:schemeClr val="bg1">
                <a:alpha val="40000"/>
              </a:schemeClr>
            </a:outerShdw>
          </a:effectLst>
        </p:spPr>
        <p:txBody>
          <a:bodyPr wrap="none" lIns="36000" tIns="0" rIns="36000" bIns="0" rtlCol="0" anchor="ctr">
            <a:spAutoFit/>
          </a:bodyPr>
          <a:lstStyle/>
          <a:p>
            <a:pPr marL="0" marR="0" lvl="0" indent="0" algn="l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why</a:t>
            </a:r>
          </a:p>
        </p:txBody>
      </p:sp>
      <p:sp>
        <p:nvSpPr>
          <p:cNvPr id="47" name="Speech Bubble: Rectangle 46">
            <a:extLst>
              <a:ext uri="{FF2B5EF4-FFF2-40B4-BE49-F238E27FC236}">
                <a16:creationId xmlns:a16="http://schemas.microsoft.com/office/drawing/2014/main" id="{FB1F092E-1B0D-4BB5-806F-AA343368C3AF}"/>
              </a:ext>
            </a:extLst>
          </p:cNvPr>
          <p:cNvSpPr/>
          <p:nvPr/>
        </p:nvSpPr>
        <p:spPr>
          <a:xfrm>
            <a:off x="10325013" y="1155794"/>
            <a:ext cx="973655" cy="442035"/>
          </a:xfrm>
          <a:prstGeom prst="wedgeRectCallout">
            <a:avLst>
              <a:gd name="adj1" fmla="val 37971"/>
              <a:gd name="adj2" fmla="val 86512"/>
            </a:avLst>
          </a:prstGeom>
          <a:solidFill>
            <a:schemeClr val="tx1"/>
          </a:solidFill>
          <a:ln>
            <a:solidFill>
              <a:schemeClr val="accent2">
                <a:lumMod val="75000"/>
              </a:schemeClr>
            </a:solidFill>
          </a:ln>
          <a:effectLst>
            <a:outerShdw blurRad="50800" dist="63500" dir="2700000" algn="tl" rotWithShape="0">
              <a:schemeClr val="bg1">
                <a:alpha val="40000"/>
              </a:schemeClr>
            </a:outerShdw>
          </a:effectLst>
        </p:spPr>
        <p:txBody>
          <a:bodyPr wrap="none" lIns="36000" tIns="36000" rIns="36000" bIns="36000" rtlCol="0">
            <a:spAutoFit/>
          </a:bodyPr>
          <a:lstStyle/>
          <a:p>
            <a:pPr marL="228592" marR="0" lvl="0" indent="-228592" algn="l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download </a:t>
            </a:r>
          </a:p>
          <a:p>
            <a:pPr marL="685776" marR="0" lvl="1" indent="-228592" algn="l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exe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3E284B9F-C4D8-A57A-BF8B-CF836910A207}"/>
              </a:ext>
            </a:extLst>
          </p:cNvPr>
          <p:cNvGrpSpPr/>
          <p:nvPr/>
        </p:nvGrpSpPr>
        <p:grpSpPr>
          <a:xfrm>
            <a:off x="1797877" y="3763539"/>
            <a:ext cx="944016" cy="286297"/>
            <a:chOff x="2738297" y="4386269"/>
            <a:chExt cx="944016" cy="286297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2D5766B8-790D-759C-ADD6-4326FD84DBFC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clrChange>
                <a:clrFrom>
                  <a:srgbClr val="1E1F20"/>
                </a:clrFrom>
                <a:clrTo>
                  <a:srgbClr val="1E1F20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2738297" y="4386269"/>
              <a:ext cx="217052" cy="274320"/>
            </a:xfrm>
            <a:prstGeom prst="rect">
              <a:avLst/>
            </a:prstGeom>
          </p:spPr>
        </p:pic>
        <p:sp>
          <p:nvSpPr>
            <p:cNvPr id="6" name="Retângulo 5">
              <a:extLst>
                <a:ext uri="{FF2B5EF4-FFF2-40B4-BE49-F238E27FC236}">
                  <a16:creationId xmlns:a16="http://schemas.microsoft.com/office/drawing/2014/main" id="{CC32A992-D5D5-61BD-D9A8-230175E6B43D}"/>
                </a:ext>
              </a:extLst>
            </p:cNvPr>
            <p:cNvSpPr/>
            <p:nvPr/>
          </p:nvSpPr>
          <p:spPr>
            <a:xfrm>
              <a:off x="2928581" y="4395567"/>
              <a:ext cx="753732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36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 Light" panose="020F0302020204030204"/>
                  <a:ea typeface="+mn-ea"/>
                  <a:cs typeface="+mn-cs"/>
                  <a:hlinkClick r:id="rId14" action="ppaction://hlinksldjump"/>
                </a:rPr>
                <a:t>build-exe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8416EAEF-D73C-1B4B-6613-895962B3B06F}"/>
              </a:ext>
            </a:extLst>
          </p:cNvPr>
          <p:cNvGrpSpPr/>
          <p:nvPr/>
        </p:nvGrpSpPr>
        <p:grpSpPr>
          <a:xfrm>
            <a:off x="304221" y="4578790"/>
            <a:ext cx="616475" cy="215444"/>
            <a:chOff x="3185324" y="4875184"/>
            <a:chExt cx="616475" cy="215444"/>
          </a:xfrm>
        </p:grpSpPr>
        <p:pic>
          <p:nvPicPr>
            <p:cNvPr id="8" name="Picture 2" descr="Citekeeper Is A Crowdsourced - Play Icon White Png (841x764), Png Download">
              <a:extLst>
                <a:ext uri="{FF2B5EF4-FFF2-40B4-BE49-F238E27FC236}">
                  <a16:creationId xmlns:a16="http://schemas.microsoft.com/office/drawing/2014/main" id="{53F747F5-8112-4BCE-7DCC-A69372F4C7E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85324" y="4899831"/>
              <a:ext cx="182880" cy="1661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" name="Retângulo 5">
              <a:extLst>
                <a:ext uri="{FF2B5EF4-FFF2-40B4-BE49-F238E27FC236}">
                  <a16:creationId xmlns:a16="http://schemas.microsoft.com/office/drawing/2014/main" id="{13F14E3A-2447-8E89-E7FE-CE197AD1B9F0}"/>
                </a:ext>
              </a:extLst>
            </p:cNvPr>
            <p:cNvSpPr/>
            <p:nvPr/>
          </p:nvSpPr>
          <p:spPr>
            <a:xfrm>
              <a:off x="3304547" y="4875184"/>
              <a:ext cx="497252" cy="21544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36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 Light" panose="020F0302020204030204"/>
                  <a:ea typeface="+mn-ea"/>
                  <a:cs typeface="+mn-cs"/>
                  <a:hlinkClick r:id="rId16" action="ppaction://hlinkfile"/>
                </a:rPr>
                <a:t>zig help</a:t>
              </a:r>
              <a:endPara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endParaRPr>
            </a:p>
          </p:txBody>
        </p:sp>
      </p:grpSp>
      <p:sp>
        <p:nvSpPr>
          <p:cNvPr id="3" name="Right Brace 2">
            <a:extLst>
              <a:ext uri="{FF2B5EF4-FFF2-40B4-BE49-F238E27FC236}">
                <a16:creationId xmlns:a16="http://schemas.microsoft.com/office/drawing/2014/main" id="{28F89B6D-FD21-4FB5-B0CE-885E5C11A610}"/>
              </a:ext>
            </a:extLst>
          </p:cNvPr>
          <p:cNvSpPr/>
          <p:nvPr/>
        </p:nvSpPr>
        <p:spPr>
          <a:xfrm>
            <a:off x="3829878" y="4179726"/>
            <a:ext cx="119270" cy="399064"/>
          </a:xfrm>
          <a:prstGeom prst="rightBrac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90738452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71815</TotalTime>
  <Words>72</Words>
  <Application>Microsoft Office PowerPoint</Application>
  <PresentationFormat>Widescreen</PresentationFormat>
  <Paragraphs>37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5</vt:i4>
      </vt:variant>
    </vt:vector>
  </HeadingPairs>
  <TitlesOfParts>
    <vt:vector size="12" baseType="lpstr">
      <vt:lpstr>Arial</vt:lpstr>
      <vt:lpstr>Calibri</vt:lpstr>
      <vt:lpstr>Calibri Light</vt:lpstr>
      <vt:lpstr>Consolas</vt:lpstr>
      <vt:lpstr>Wingdings</vt:lpstr>
      <vt:lpstr>Tema do Office</vt:lpstr>
      <vt:lpstr>Office Theme</vt:lpstr>
      <vt:lpstr>1. gatsby</vt:lpstr>
      <vt:lpstr>2. tutorial</vt:lpstr>
      <vt:lpstr>2.1 starter</vt:lpstr>
      <vt:lpstr>2.2 metadata</vt:lpstr>
      <vt:lpstr>Z. template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Evaristo</dc:creator>
  <cp:lastModifiedBy>Evaristo</cp:lastModifiedBy>
  <cp:revision>1183</cp:revision>
  <dcterms:created xsi:type="dcterms:W3CDTF">2019-03-25T09:18:39Z</dcterms:created>
  <dcterms:modified xsi:type="dcterms:W3CDTF">2024-04-26T08:28:11Z</dcterms:modified>
</cp:coreProperties>
</file>