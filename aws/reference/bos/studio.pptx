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"/>
  </p:notesMasterIdLst>
  <p:sldIdLst>
    <p:sldId id="259" r:id="rId3"/>
    <p:sldId id="413" r:id="rId4"/>
    <p:sldId id="377" r:id="rId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 horzBarState="maximized">
    <p:restoredLeft sz="34580" autoAdjust="0"/>
    <p:restoredTop sz="86410" autoAdjust="0"/>
  </p:normalViewPr>
  <p:slideViewPr>
    <p:cSldViewPr snapToGrid="0">
      <p:cViewPr varScale="1">
        <p:scale>
          <a:sx n="64" d="100"/>
          <a:sy n="64" d="100"/>
        </p:scale>
        <p:origin x="72" y="39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7D23-95FE-4191-B08D-3CBB1E1CEEFE}" type="datetimeFigureOut">
              <a:rPr lang="pt-PT" smtClean="0"/>
              <a:t>19/04/2024</a:t>
            </a:fld>
            <a:endParaRPr lang="pt-PT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0636E-53A0-461E-B4DA-47B90EBA88B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35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D97C-8255-4BAC-9D42-1F6A6651E287}" type="datetime1">
              <a:rPr lang="pt-PT" smtClean="0"/>
              <a:t>19/04/2024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119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6660-F7C2-4C37-BD61-E2E985519A54}" type="datetime1">
              <a:rPr lang="pt-PT" smtClean="0"/>
              <a:t>19/04/2024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1590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553A-1723-4842-A3DB-E76BD21F5C6D}" type="datetime1">
              <a:rPr lang="pt-PT" smtClean="0"/>
              <a:t>19/04/2024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756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51E-3840-4886-B007-BC84D7C14686}" type="datetime1">
              <a:rPr lang="pt-PT" smtClean="0"/>
              <a:t>19/04/2024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86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6839-F4ED-436E-9AC9-AC7A0A0CD179}" type="datetime1">
              <a:rPr lang="pt-PT" smtClean="0"/>
              <a:t>19/04/2024</a:t>
            </a:fld>
            <a:endParaRPr lang="pt-PT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09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247-1A7C-4F98-8F33-5E4D07EFBF12}" type="datetime1">
              <a:rPr lang="pt-PT" smtClean="0"/>
              <a:t>19/04/2024</a:t>
            </a:fld>
            <a:endParaRPr lang="pt-PT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002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20DE-3391-4A27-9653-F2BD505B9A08}" type="datetime1">
              <a:rPr lang="pt-PT" smtClean="0"/>
              <a:t>19/04/2024</a:t>
            </a:fld>
            <a:endParaRPr lang="pt-PT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7908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50C8-88B2-4209-BD56-05813AC521DC}" type="datetime1">
              <a:rPr lang="pt-PT" smtClean="0"/>
              <a:t>19/04/2024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286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7055-2F12-42A4-9432-334276564B1D}" type="datetime1">
              <a:rPr lang="pt-PT" smtClean="0"/>
              <a:t>19/04/2024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1121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8996-E467-4FE1-B165-4002860D0AC7}" type="datetime1">
              <a:rPr lang="pt-PT" smtClean="0"/>
              <a:t>19/04/2024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23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532E-E792-4BF5-B399-9E5E16070233}" type="datetime1">
              <a:rPr lang="pt-PT" smtClean="0"/>
              <a:t>19/04/2024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0798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D900-928E-403C-BF53-CAAB2E2C4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8B940-75D1-4C46-9CFE-64747639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2CD6-5FB1-46E7-BBF2-06C11EF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19/04/2024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F7F0-99C0-4949-9F3A-098A33A7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C4E3-3A90-4903-AA2B-BEE787A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62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CBE-4D75-4070-9727-D6568849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8656-59AB-4DDA-BA5E-906CE3CE4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0D26C-F7F1-4295-850E-F65B6A1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19/04/2024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1830-C80B-4D82-9540-948794AC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081E-0503-4818-8F70-5B7EF711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37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5B21-4830-48A5-862B-ABDF25C5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B740-92E9-4F69-A3BC-3370B88A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8454-4F6E-410A-9B06-56F8E8B9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19/04/2024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50F26-960E-41B7-A0CF-5FD4D939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0EE7-FD8B-4114-B0D7-C530EA44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22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C6DB-0704-453E-AA7A-EDB8E50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1CFE-81A7-43F6-9DE8-5001C3319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6F9B9-C2D3-4E58-BF2D-86CBBBCF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05F8-F9B8-4595-9172-117938DF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19/04/2024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670A2-41C2-4D8A-B93D-8F4D34BB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016F9-4DB7-42E2-8D0A-65B7CD30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4775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6546-7AA6-4539-810A-0AC166A5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938C-8040-48C6-8939-B3F0A9E7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60B8-4D37-4E87-8073-042AF52A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81F80-B628-4BD3-B94F-CCC211B69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E79D3-9A2B-4BCE-AF53-894A2D5B8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A42F1-1652-4482-A407-F5D97A88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19/04/2024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3F25A-7E30-4A66-9495-AA5714A2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7AC5-D765-47F7-89A4-DA8F329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046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22E3-31A6-4D0E-AA4C-B0AA1823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34A3-5AE1-40D8-8067-9E1D252E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19/04/2024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EFDC3-F146-471F-82E0-FB6C2D90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5F47-05F6-49F9-BE0C-B927C558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9801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A7C86-FE30-4F3E-A72C-139359D0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19/04/2024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663B0-D551-4DBD-BFF2-A571F75E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2710-B633-46B8-B335-87D5DE31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3126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6708-3CEB-435E-8498-6562E37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7C09-A03A-43E5-9A11-7273458D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2C248-11E6-4154-A326-1B8F7D2EE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DC9D5-C4A3-4FDE-9E36-375F2B34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19/04/2024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A057-54CB-4E24-80E7-736BFC2E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B1B1-0646-4C4C-92B7-B3E14587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223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F7D4-D633-427F-9E9A-6B554973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3F0D6-3084-4516-AED5-37221D1D7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47CDB-4B6C-48AA-A9BA-59A1994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4827-B00B-446A-B5F1-D65E98FD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19/04/2024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21318-5825-42BF-9ACA-060A59DC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1AE2-4E68-4683-B3D6-D2D421F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0468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8B47-6B5B-4C41-A6E1-3490CE20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EDB63-0281-4D84-A4C5-17B0CFFB2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9AA0-B865-40C8-A653-6197F492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19/04/2024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ED7A-C5C7-4968-BFBA-53DA7EDE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E3A9-78F3-4296-A92C-D732DADD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5017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582FE-E45E-4458-AC02-44F4A62E3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2EF0A-6E63-4D2C-B998-E3CF727CC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C659-7D8F-4CAA-ACB0-ED17AC7A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19/04/2024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4C8E-083A-481C-A107-4A809F2A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0F76-989E-49D9-B4AD-276E51C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6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3CD8-EC5B-4369-8F97-BE1E84F10887}" type="datetime1">
              <a:rPr lang="pt-PT" smtClean="0"/>
              <a:t>19/04/2024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31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791A7-C9A5-46D8-9C81-1E4A5947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E0097-E8D6-43DE-AF41-81E590C1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699B-64E4-49C2-80D7-484D6DAA3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F87E-A15D-4480-B791-15D75F8AF848}" type="datetimeFigureOut">
              <a:rPr lang="pt-PT" smtClean="0"/>
              <a:t>19/04/2024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5122-A6FE-41E7-BB00-91A147638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13BE-7A46-476B-B9E5-FD0F38D9F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957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../skunk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hyperlink" Target="../BOS.ppt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studio/install_from_package.pptx" TargetMode="External"/><Relationship Id="rId7" Type="http://schemas.openxmlformats.org/officeDocument/2006/relationships/hyperlink" Target="studio/gatsby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hyperlink" Target="studio/architecture_python.pptx" TargetMode="External"/><Relationship Id="rId5" Type="http://schemas.openxmlformats.org/officeDocument/2006/relationships/hyperlink" Target="studio/install_from_code_commands.pptx" TargetMode="External"/><Relationship Id="rId4" Type="http://schemas.openxmlformats.org/officeDocument/2006/relationships/hyperlink" Target="studio/install_from_code.pptx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3" Type="http://schemas.openxmlformats.org/officeDocument/2006/relationships/hyperlink" Target="https://entityframework-plus.net/" TargetMode="External"/><Relationship Id="rId7" Type="http://schemas.openxmlformats.org/officeDocument/2006/relationships/hyperlink" Target="A1_reference/functionalities.pptx" TargetMode="External"/><Relationship Id="rId12" Type="http://schemas.openxmlformats.org/officeDocument/2006/relationships/image" Target="../media/image6.png"/><Relationship Id="rId2" Type="http://schemas.openxmlformats.org/officeDocument/2006/relationships/image" Target="../media/image2.png"/><Relationship Id="rId16" Type="http://schemas.openxmlformats.org/officeDocument/2006/relationships/hyperlink" Target="../_actions/zig_help.b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A2_introduction.pptx" TargetMode="External"/><Relationship Id="rId11" Type="http://schemas.openxmlformats.org/officeDocument/2006/relationships/hyperlink" Target="file:///D:\A1_research\C2_c0dice\B1_jmeter\A1_install" TargetMode="External"/><Relationship Id="rId5" Type="http://schemas.openxmlformats.org/officeDocument/2006/relationships/image" Target="../media/image1.png"/><Relationship Id="rId15" Type="http://schemas.openxmlformats.org/officeDocument/2006/relationships/image" Target="../media/image8.png"/><Relationship Id="rId10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5.svg"/><Relationship Id="rId1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F764-8D4D-421D-979F-2C7A67DE0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18210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studio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5A99C1-6379-F149-F2BA-AD06BBD2502D}"/>
              </a:ext>
            </a:extLst>
          </p:cNvPr>
          <p:cNvGrpSpPr/>
          <p:nvPr/>
        </p:nvGrpSpPr>
        <p:grpSpPr>
          <a:xfrm>
            <a:off x="10525307" y="125397"/>
            <a:ext cx="1042719" cy="283293"/>
            <a:chOff x="5611636" y="5954426"/>
            <a:chExt cx="1042720" cy="283293"/>
          </a:xfrm>
        </p:grpSpPr>
        <p:pic>
          <p:nvPicPr>
            <p:cNvPr id="4" name="Picture 3" descr="Icon&#10;&#10;Description automatically generated">
              <a:extLst>
                <a:ext uri="{FF2B5EF4-FFF2-40B4-BE49-F238E27FC236}">
                  <a16:creationId xmlns:a16="http://schemas.microsoft.com/office/drawing/2014/main" id="{8CCE1E08-7F3E-411C-D374-F715EEB13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07736282-E5D3-8B8C-CA99-00E73D434310}"/>
                </a:ext>
              </a:extLst>
            </p:cNvPr>
            <p:cNvSpPr/>
            <p:nvPr/>
          </p:nvSpPr>
          <p:spPr>
            <a:xfrm>
              <a:off x="6107411" y="5954426"/>
              <a:ext cx="54694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skunk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927D2DD-A78A-2D1D-79D2-042252EC8366}"/>
              </a:ext>
            </a:extLst>
          </p:cNvPr>
          <p:cNvGrpSpPr/>
          <p:nvPr/>
        </p:nvGrpSpPr>
        <p:grpSpPr>
          <a:xfrm>
            <a:off x="10525306" y="421276"/>
            <a:ext cx="936920" cy="283293"/>
            <a:chOff x="5611636" y="5954426"/>
            <a:chExt cx="936921" cy="283293"/>
          </a:xfrm>
        </p:grpSpPr>
        <p:pic>
          <p:nvPicPr>
            <p:cNvPr id="10" name="Picture 9" descr="Icon&#10;&#10;Description automatically generated">
              <a:extLst>
                <a:ext uri="{FF2B5EF4-FFF2-40B4-BE49-F238E27FC236}">
                  <a16:creationId xmlns:a16="http://schemas.microsoft.com/office/drawing/2014/main" id="{1E7A7458-43C3-32E3-7249-AD34FA2E09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2" name="Retângulo 5">
              <a:extLst>
                <a:ext uri="{FF2B5EF4-FFF2-40B4-BE49-F238E27FC236}">
                  <a16:creationId xmlns:a16="http://schemas.microsoft.com/office/drawing/2014/main" id="{CC5C1C4C-82C0-8116-57AD-1B2149445B29}"/>
                </a:ext>
              </a:extLst>
            </p:cNvPr>
            <p:cNvSpPr/>
            <p:nvPr/>
          </p:nvSpPr>
          <p:spPr>
            <a:xfrm>
              <a:off x="6107411" y="5954426"/>
              <a:ext cx="44114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 action="ppaction://hlinkpres?slideindex=1&amp;slidetitle="/>
                </a:rPr>
                <a:t>BOS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1296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1EE643-BB30-5514-4CEB-0BE2AD9EA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AEAEE-9307-8F73-710F-710ED2C15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45076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1.1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index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42F9DB-011F-B151-AF91-A0B7709811B7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C104590-5E67-79EB-80DD-F7A610CFF794}"/>
              </a:ext>
            </a:extLst>
          </p:cNvPr>
          <p:cNvGrpSpPr/>
          <p:nvPr/>
        </p:nvGrpSpPr>
        <p:grpSpPr>
          <a:xfrm>
            <a:off x="163990" y="293037"/>
            <a:ext cx="2329935" cy="283293"/>
            <a:chOff x="5611636" y="5954426"/>
            <a:chExt cx="2329937" cy="283293"/>
          </a:xfrm>
        </p:grpSpPr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F17A8932-2BB6-91FB-123F-3F2361A7B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8D2AA593-6806-5AD5-7D58-B685650981FE}"/>
                </a:ext>
              </a:extLst>
            </p:cNvPr>
            <p:cNvSpPr/>
            <p:nvPr/>
          </p:nvSpPr>
          <p:spPr>
            <a:xfrm>
              <a:off x="6107415" y="5954426"/>
              <a:ext cx="183415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main: install from package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88B730-21C5-DF83-84A3-230BB823F4F4}"/>
              </a:ext>
            </a:extLst>
          </p:cNvPr>
          <p:cNvGrpSpPr/>
          <p:nvPr/>
        </p:nvGrpSpPr>
        <p:grpSpPr>
          <a:xfrm>
            <a:off x="163249" y="763222"/>
            <a:ext cx="2451764" cy="283293"/>
            <a:chOff x="5611636" y="5954426"/>
            <a:chExt cx="2451766" cy="283293"/>
          </a:xfrm>
        </p:grpSpPr>
        <p:pic>
          <p:nvPicPr>
            <p:cNvPr id="14" name="Picture 13" descr="Icon&#10;&#10;Description automatically generated">
              <a:extLst>
                <a:ext uri="{FF2B5EF4-FFF2-40B4-BE49-F238E27FC236}">
                  <a16:creationId xmlns:a16="http://schemas.microsoft.com/office/drawing/2014/main" id="{BF6DF7F1-98EF-965B-88E7-3B292C5E32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5" name="Retângulo 5">
              <a:extLst>
                <a:ext uri="{FF2B5EF4-FFF2-40B4-BE49-F238E27FC236}">
                  <a16:creationId xmlns:a16="http://schemas.microsoft.com/office/drawing/2014/main" id="{A4D7899D-707C-71D6-F1BF-0C6761884976}"/>
                </a:ext>
              </a:extLst>
            </p:cNvPr>
            <p:cNvSpPr/>
            <p:nvPr/>
          </p:nvSpPr>
          <p:spPr>
            <a:xfrm>
              <a:off x="6107415" y="5954426"/>
              <a:ext cx="195598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 action="ppaction://hlinkpres?slideindex=1&amp;slidetitle="/>
                </a:rPr>
                <a:t>repository: install from code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7CC9EBD-E25A-FDEF-B6AD-19809BC8848C}"/>
              </a:ext>
            </a:extLst>
          </p:cNvPr>
          <p:cNvGrpSpPr/>
          <p:nvPr/>
        </p:nvGrpSpPr>
        <p:grpSpPr>
          <a:xfrm>
            <a:off x="529009" y="1085466"/>
            <a:ext cx="1369736" cy="283293"/>
            <a:chOff x="5611636" y="5954426"/>
            <a:chExt cx="1369737" cy="283293"/>
          </a:xfrm>
        </p:grpSpPr>
        <p:pic>
          <p:nvPicPr>
            <p:cNvPr id="17" name="Picture 16" descr="Icon&#10;&#10;Description automatically generated">
              <a:extLst>
                <a:ext uri="{FF2B5EF4-FFF2-40B4-BE49-F238E27FC236}">
                  <a16:creationId xmlns:a16="http://schemas.microsoft.com/office/drawing/2014/main" id="{9022D5CC-4C2E-F058-C59A-B06A72D52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8" name="Retângulo 5">
              <a:extLst>
                <a:ext uri="{FF2B5EF4-FFF2-40B4-BE49-F238E27FC236}">
                  <a16:creationId xmlns:a16="http://schemas.microsoft.com/office/drawing/2014/main" id="{AD95BFF5-64FB-4FC0-65EA-1F0D5D59914E}"/>
                </a:ext>
              </a:extLst>
            </p:cNvPr>
            <p:cNvSpPr/>
            <p:nvPr/>
          </p:nvSpPr>
          <p:spPr>
            <a:xfrm>
              <a:off x="6107415" y="5954426"/>
              <a:ext cx="87395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 action="ppaction://hlinkpres?slideindex=1&amp;slidetitle="/>
                </a:rPr>
                <a:t>commands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BE45287-4303-7DE6-8655-CF227D6A1518}"/>
              </a:ext>
            </a:extLst>
          </p:cNvPr>
          <p:cNvGrpSpPr/>
          <p:nvPr/>
        </p:nvGrpSpPr>
        <p:grpSpPr>
          <a:xfrm>
            <a:off x="163250" y="1483775"/>
            <a:ext cx="1921169" cy="283293"/>
            <a:chOff x="5611636" y="5954426"/>
            <a:chExt cx="1921170" cy="283293"/>
          </a:xfrm>
        </p:grpSpPr>
        <p:pic>
          <p:nvPicPr>
            <p:cNvPr id="20" name="Picture 19" descr="Icon&#10;&#10;Description automatically generated">
              <a:extLst>
                <a:ext uri="{FF2B5EF4-FFF2-40B4-BE49-F238E27FC236}">
                  <a16:creationId xmlns:a16="http://schemas.microsoft.com/office/drawing/2014/main" id="{C2672C2C-DFDA-2174-11C5-25526F3E0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1" name="Retângulo 5">
              <a:extLst>
                <a:ext uri="{FF2B5EF4-FFF2-40B4-BE49-F238E27FC236}">
                  <a16:creationId xmlns:a16="http://schemas.microsoft.com/office/drawing/2014/main" id="{CA12DFA2-F820-9868-D872-09BF1DBE2814}"/>
                </a:ext>
              </a:extLst>
            </p:cNvPr>
            <p:cNvSpPr/>
            <p:nvPr/>
          </p:nvSpPr>
          <p:spPr>
            <a:xfrm>
              <a:off x="6107415" y="5954426"/>
              <a:ext cx="142539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6" action="ppaction://hlinkpres?slideindex=1&amp;slidetitle="/>
                </a:rPr>
                <a:t>architecture python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704AFC4-B5F1-517F-122D-9146EEEBD364}"/>
              </a:ext>
            </a:extLst>
          </p:cNvPr>
          <p:cNvGrpSpPr/>
          <p:nvPr/>
        </p:nvGrpSpPr>
        <p:grpSpPr>
          <a:xfrm>
            <a:off x="163248" y="1845239"/>
            <a:ext cx="1113256" cy="283293"/>
            <a:chOff x="5611636" y="5954426"/>
            <a:chExt cx="1113257" cy="283293"/>
          </a:xfrm>
        </p:grpSpPr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A2A2F22B-8CC5-7DB6-2203-748594C89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4" name="Retângulo 5">
              <a:extLst>
                <a:ext uri="{FF2B5EF4-FFF2-40B4-BE49-F238E27FC236}">
                  <a16:creationId xmlns:a16="http://schemas.microsoft.com/office/drawing/2014/main" id="{82D6FA85-7227-738B-99DC-A3ED87752E94}"/>
                </a:ext>
              </a:extLst>
            </p:cNvPr>
            <p:cNvSpPr/>
            <p:nvPr/>
          </p:nvSpPr>
          <p:spPr>
            <a:xfrm>
              <a:off x="6107415" y="5954426"/>
              <a:ext cx="61747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7" action="ppaction://hlinkpres?slideindex=1&amp;slidetitle="/>
                </a:rPr>
                <a:t>Gatsby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6772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EF66BF9-1205-4921-9848-E01F172B1E41}"/>
              </a:ext>
            </a:extLst>
          </p:cNvPr>
          <p:cNvSpPr/>
          <p:nvPr/>
        </p:nvSpPr>
        <p:spPr>
          <a:xfrm>
            <a:off x="161745" y="641132"/>
            <a:ext cx="207692" cy="59908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Right 5">
            <a:extLst>
              <a:ext uri="{FF2B5EF4-FFF2-40B4-BE49-F238E27FC236}">
                <a16:creationId xmlns:a16="http://schemas.microsoft.com/office/drawing/2014/main" id="{37D7CF4F-FF2A-4394-89CF-6DD9FAFE9EDE}"/>
              </a:ext>
            </a:extLst>
          </p:cNvPr>
          <p:cNvSpPr/>
          <p:nvPr/>
        </p:nvSpPr>
        <p:spPr>
          <a:xfrm>
            <a:off x="282327" y="740052"/>
            <a:ext cx="143481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new project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40E3-E6E7-40FD-BFE9-9758DA67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45" y="185083"/>
            <a:ext cx="1352165" cy="369332"/>
          </a:xfr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ysClr val="windowText" lastClr="000000"/>
                </a:solidFill>
                <a:latin typeface="Calibri Light" panose="020F0302020204030204"/>
              </a:rPr>
              <a:t>Z. template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41A7F36-A6A2-4B0F-BFF3-546E7A3EE687}"/>
              </a:ext>
            </a:extLst>
          </p:cNvPr>
          <p:cNvSpPr/>
          <p:nvPr/>
        </p:nvSpPr>
        <p:spPr>
          <a:xfrm>
            <a:off x="3990477" y="641131"/>
            <a:ext cx="251307" cy="3081938"/>
          </a:xfrm>
          <a:prstGeom prst="roundRect">
            <a:avLst/>
          </a:prstGeom>
          <a:solidFill>
            <a:schemeClr val="tx1"/>
          </a:solidFill>
          <a:ln w="25400">
            <a:solidFill>
              <a:schemeClr val="accent6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eta para a Direita 19">
            <a:extLst>
              <a:ext uri="{FF2B5EF4-FFF2-40B4-BE49-F238E27FC236}">
                <a16:creationId xmlns:a16="http://schemas.microsoft.com/office/drawing/2014/main" id="{ECA516AD-C913-468A-98D2-3DA2573FC6F1}"/>
              </a:ext>
            </a:extLst>
          </p:cNvPr>
          <p:cNvSpPr/>
          <p:nvPr/>
        </p:nvSpPr>
        <p:spPr>
          <a:xfrm flipH="1">
            <a:off x="297492" y="1258802"/>
            <a:ext cx="1490957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ExecuteAsync</a:t>
            </a:r>
          </a:p>
        </p:txBody>
      </p:sp>
      <p:sp>
        <p:nvSpPr>
          <p:cNvPr id="39" name="Explosion: 14 Points 38">
            <a:extLst>
              <a:ext uri="{FF2B5EF4-FFF2-40B4-BE49-F238E27FC236}">
                <a16:creationId xmlns:a16="http://schemas.microsoft.com/office/drawing/2014/main" id="{726CC03A-7D6C-46EA-92A0-86DDE1A0107D}"/>
              </a:ext>
            </a:extLst>
          </p:cNvPr>
          <p:cNvSpPr/>
          <p:nvPr/>
        </p:nvSpPr>
        <p:spPr>
          <a:xfrm>
            <a:off x="328733" y="6044547"/>
            <a:ext cx="1625594" cy="622578"/>
          </a:xfrm>
          <a:prstGeom prst="irregularSeal2">
            <a:avLst/>
          </a:prstGeom>
          <a:solidFill>
            <a:schemeClr val="tx1"/>
          </a:solidFill>
          <a:ln>
            <a:solidFill>
              <a:srgbClr val="FF0000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success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1003E8-A938-463D-86F0-FCED56AC68C0}"/>
              </a:ext>
            </a:extLst>
          </p:cNvPr>
          <p:cNvSpPr/>
          <p:nvPr/>
        </p:nvSpPr>
        <p:spPr>
          <a:xfrm>
            <a:off x="283909" y="4930886"/>
            <a:ext cx="495300" cy="46522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FA1939-92C3-48AC-93EE-5C93B552D70D}"/>
              </a:ext>
            </a:extLst>
          </p:cNvPr>
          <p:cNvSpPr txBox="1"/>
          <p:nvPr/>
        </p:nvSpPr>
        <p:spPr>
          <a:xfrm>
            <a:off x="826994" y="4729870"/>
            <a:ext cx="598241" cy="769441"/>
          </a:xfrm>
          <a:prstGeom prst="rect">
            <a:avLst/>
          </a:prstGeom>
          <a:noFill/>
          <a:effectLst>
            <a:outerShdw blurRad="50800" dist="88900" dir="2700000" algn="tl" rotWithShape="0">
              <a:schemeClr val="bg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400" b="1" i="0" u="none" strike="noStrike" kern="1200" cap="none" spc="0" normalizeH="0" baseline="0" noProof="0" dirty="0">
                <a:ln>
                  <a:noFill/>
                </a:ln>
                <a:solidFill>
                  <a:srgbClr val="0645A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⊂</a:t>
            </a:r>
            <a:endParaRPr kumimoji="0" lang="pt-PT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9007EFE-5D7A-41BC-9914-0012C2E39275}"/>
              </a:ext>
            </a:extLst>
          </p:cNvPr>
          <p:cNvSpPr/>
          <p:nvPr/>
        </p:nvSpPr>
        <p:spPr>
          <a:xfrm>
            <a:off x="2157928" y="1244459"/>
            <a:ext cx="1430895" cy="288147"/>
          </a:xfrm>
          <a:prstGeom prst="wedgeRectCallout">
            <a:avLst/>
          </a:prstGeom>
          <a:solidFill>
            <a:schemeClr val="tx1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tIns="36000" rIns="36000" bIns="36000" rtlCol="0" anchor="t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square post-it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173AA0-1DC6-4E8A-8BC2-7BC8E1E52403}"/>
              </a:ext>
            </a:extLst>
          </p:cNvPr>
          <p:cNvSpPr txBox="1"/>
          <p:nvPr/>
        </p:nvSpPr>
        <p:spPr>
          <a:xfrm>
            <a:off x="596511" y="1816814"/>
            <a:ext cx="2825197" cy="95410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rtlCol="0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slash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followed </a:t>
            </a:r>
          </a:p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by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two consecutive asterisks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45998E-B9E0-450B-B4CB-45822AEF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81" y="1056976"/>
            <a:ext cx="2819089" cy="1233604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127000" dir="2700000" algn="tl" rotWithShape="0">
              <a:schemeClr val="bg1">
                <a:alpha val="40000"/>
              </a:scheme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8A7C638-5E21-411A-8DB8-B34B86A5195B}"/>
              </a:ext>
            </a:extLst>
          </p:cNvPr>
          <p:cNvGrpSpPr/>
          <p:nvPr/>
        </p:nvGrpSpPr>
        <p:grpSpPr>
          <a:xfrm>
            <a:off x="282327" y="4179726"/>
            <a:ext cx="1757548" cy="289586"/>
            <a:chOff x="5881666" y="1590687"/>
            <a:chExt cx="1757548" cy="289586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D6D9B7B9-E922-474A-9604-497F2E4C0AAE}"/>
                </a:ext>
              </a:extLst>
            </p:cNvPr>
            <p:cNvSpPr/>
            <p:nvPr/>
          </p:nvSpPr>
          <p:spPr>
            <a:xfrm>
              <a:off x="6081095" y="1603274"/>
              <a:ext cx="15581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entity framework plus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24B73C90-D5FA-44E4-A9BA-5A25A7089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5372C-BF23-4DD1-B84D-A97DCF885AD8}"/>
              </a:ext>
            </a:extLst>
          </p:cNvPr>
          <p:cNvGrpSpPr/>
          <p:nvPr/>
        </p:nvGrpSpPr>
        <p:grpSpPr>
          <a:xfrm>
            <a:off x="238309" y="3772837"/>
            <a:ext cx="1452384" cy="283293"/>
            <a:chOff x="5611636" y="5954426"/>
            <a:chExt cx="1452385" cy="283293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C14A7DDB-9D0A-42FA-8AE2-ECECEE19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2C3464DC-863E-4361-935F-522237E7A133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 action="ppaction://hlinkpres?slideindex=1&amp;slidetitle="/>
                </a:rPr>
                <a:t>introduction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DBE82E-A82D-4677-8A19-683B4B93F017}"/>
              </a:ext>
            </a:extLst>
          </p:cNvPr>
          <p:cNvGrpSpPr/>
          <p:nvPr/>
        </p:nvGrpSpPr>
        <p:grpSpPr>
          <a:xfrm>
            <a:off x="304221" y="3307233"/>
            <a:ext cx="1355442" cy="330654"/>
            <a:chOff x="421365" y="4900305"/>
            <a:chExt cx="1355443" cy="330654"/>
          </a:xfrm>
        </p:grpSpPr>
        <p:sp>
          <p:nvSpPr>
            <p:cNvPr id="32" name="Retângulo 5">
              <a:extLst>
                <a:ext uri="{FF2B5EF4-FFF2-40B4-BE49-F238E27FC236}">
                  <a16:creationId xmlns:a16="http://schemas.microsoft.com/office/drawing/2014/main" id="{6A7CEFA0-0CCF-4F88-9B65-C6508FBF8450}"/>
                </a:ext>
              </a:extLst>
            </p:cNvPr>
            <p:cNvSpPr/>
            <p:nvPr/>
          </p:nvSpPr>
          <p:spPr>
            <a:xfrm>
              <a:off x="702474" y="4953960"/>
              <a:ext cx="10743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 action="ppaction://hlinkpres?slideindex=1&amp;slidetitle="/>
                </a:rPr>
                <a:t>functionalities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EB76E67-591A-4CE5-8666-F4DF923D5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1365" y="4900305"/>
              <a:ext cx="276999" cy="2769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B9DD3-97AA-4CD5-8C66-FFB990370CCC}"/>
              </a:ext>
            </a:extLst>
          </p:cNvPr>
          <p:cNvGrpSpPr/>
          <p:nvPr/>
        </p:nvGrpSpPr>
        <p:grpSpPr>
          <a:xfrm>
            <a:off x="290665" y="2916452"/>
            <a:ext cx="3350796" cy="299662"/>
            <a:chOff x="1643297" y="4045816"/>
            <a:chExt cx="3350796" cy="299662"/>
          </a:xfrm>
        </p:grpSpPr>
        <p:sp>
          <p:nvSpPr>
            <p:cNvPr id="35" name="CaixaDeTexto 17">
              <a:hlinkClick r:id="rId10" action="ppaction://program"/>
              <a:extLst>
                <a:ext uri="{FF2B5EF4-FFF2-40B4-BE49-F238E27FC236}">
                  <a16:creationId xmlns:a16="http://schemas.microsoft.com/office/drawing/2014/main" id="{C4FEBFE7-3F98-4DDB-B986-E3F0FBEC1A0E}"/>
                </a:ext>
              </a:extLst>
            </p:cNvPr>
            <p:cNvSpPr txBox="1"/>
            <p:nvPr/>
          </p:nvSpPr>
          <p:spPr>
            <a:xfrm>
              <a:off x="1980063" y="4103314"/>
              <a:ext cx="3014030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1" action="ppaction://hlinkfile"/>
                </a:rPr>
                <a:t>D:\A1_research\C2_c0dice\B1_jmeter\A1_install</a:t>
              </a:r>
              <a:endPara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37" name="Imagem 18">
              <a:hlinkClick r:id="rId10" action="ppaction://program"/>
              <a:extLst>
                <a:ext uri="{FF2B5EF4-FFF2-40B4-BE49-F238E27FC236}">
                  <a16:creationId xmlns:a16="http://schemas.microsoft.com/office/drawing/2014/main" id="{9DA85EDB-3BB2-4480-9EAC-60E04204F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4" name="Texto Explicativo 1 23"/>
          <p:cNvSpPr/>
          <p:nvPr/>
        </p:nvSpPr>
        <p:spPr>
          <a:xfrm flipH="1">
            <a:off x="321498" y="5499311"/>
            <a:ext cx="1682631" cy="442035"/>
          </a:xfrm>
          <a:prstGeom prst="borderCallout1">
            <a:avLst>
              <a:gd name="adj1" fmla="val 57951"/>
              <a:gd name="adj2" fmla="val -2146"/>
              <a:gd name="adj3" fmla="val -108706"/>
              <a:gd name="adj4" fmla="val -25813"/>
            </a:avLst>
          </a:prstGeom>
          <a:solidFill>
            <a:schemeClr val="tx1"/>
          </a:solidFill>
          <a:ln w="25400">
            <a:solidFill>
              <a:schemeClr val="tx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key-frame</a:t>
            </a:r>
          </a:p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defines the operation </a:t>
            </a:r>
          </a:p>
        </p:txBody>
      </p:sp>
      <p:cxnSp>
        <p:nvCxnSpPr>
          <p:cNvPr id="26" name="Conector Angulado 25"/>
          <p:cNvCxnSpPr>
            <a:stCxn id="3" idx="1"/>
          </p:cNvCxnSpPr>
          <p:nvPr/>
        </p:nvCxnSpPr>
        <p:spPr>
          <a:xfrm rot="10800000" flipH="1">
            <a:off x="3949147" y="3636580"/>
            <a:ext cx="3460441" cy="742678"/>
          </a:xfrm>
          <a:prstGeom prst="bentConnector3">
            <a:avLst>
              <a:gd name="adj1" fmla="val 32839"/>
            </a:avLst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241784" y="2693963"/>
            <a:ext cx="2047445" cy="444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F6BD38D4-616B-4E52-AF29-D8B40FBECD17}"/>
              </a:ext>
            </a:extLst>
          </p:cNvPr>
          <p:cNvSpPr/>
          <p:nvPr/>
        </p:nvSpPr>
        <p:spPr>
          <a:xfrm>
            <a:off x="911636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15AAAA5B-560F-4C04-8412-8AC4C406E504}"/>
              </a:ext>
            </a:extLst>
          </p:cNvPr>
          <p:cNvSpPr/>
          <p:nvPr/>
        </p:nvSpPr>
        <p:spPr>
          <a:xfrm>
            <a:off x="8424446" y="1351608"/>
            <a:ext cx="412540" cy="246221"/>
          </a:xfrm>
          <a:prstGeom prst="wedgeRectCallout">
            <a:avLst>
              <a:gd name="adj1" fmla="val 50293"/>
              <a:gd name="adj2" fmla="val 102854"/>
            </a:avLst>
          </a:prstGeom>
          <a:solidFill>
            <a:schemeClr val="tx1"/>
          </a:solidFill>
          <a:ln w="127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0" rIns="36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why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FB1F092E-1B0D-4BB5-806F-AA343368C3AF}"/>
              </a:ext>
            </a:extLst>
          </p:cNvPr>
          <p:cNvSpPr/>
          <p:nvPr/>
        </p:nvSpPr>
        <p:spPr>
          <a:xfrm>
            <a:off x="1032501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284B9F-C4D8-A57A-BF8B-CF836910A207}"/>
              </a:ext>
            </a:extLst>
          </p:cNvPr>
          <p:cNvGrpSpPr/>
          <p:nvPr/>
        </p:nvGrpSpPr>
        <p:grpSpPr>
          <a:xfrm>
            <a:off x="1797877" y="3763539"/>
            <a:ext cx="944016" cy="286297"/>
            <a:chOff x="2738297" y="4386269"/>
            <a:chExt cx="944016" cy="2862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5766B8-790D-759C-ADD6-4326FD84D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C32A992-D5D5-61BD-D9A8-230175E6B43D}"/>
                </a:ext>
              </a:extLst>
            </p:cNvPr>
            <p:cNvSpPr/>
            <p:nvPr/>
          </p:nvSpPr>
          <p:spPr>
            <a:xfrm>
              <a:off x="2928581" y="4395567"/>
              <a:ext cx="7537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4" action="ppaction://hlinksldjump"/>
                </a:rPr>
                <a:t>build-exe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16EAEF-D73C-1B4B-6613-895962B3B06F}"/>
              </a:ext>
            </a:extLst>
          </p:cNvPr>
          <p:cNvGrpSpPr/>
          <p:nvPr/>
        </p:nvGrpSpPr>
        <p:grpSpPr>
          <a:xfrm>
            <a:off x="304221" y="4578790"/>
            <a:ext cx="616475" cy="215444"/>
            <a:chOff x="3185324" y="4875184"/>
            <a:chExt cx="616475" cy="215444"/>
          </a:xfrm>
        </p:grpSpPr>
        <p:pic>
          <p:nvPicPr>
            <p:cNvPr id="8" name="Picture 2" descr="Citekeeper Is A Crowdsourced - Play Icon White Png (841x764), Png Download">
              <a:extLst>
                <a:ext uri="{FF2B5EF4-FFF2-40B4-BE49-F238E27FC236}">
                  <a16:creationId xmlns:a16="http://schemas.microsoft.com/office/drawing/2014/main" id="{53F747F5-8112-4BCE-7DCC-A69372F4C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324" y="4899831"/>
              <a:ext cx="182880" cy="166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13F14E3A-2447-8E89-E7FE-CE197AD1B9F0}"/>
                </a:ext>
              </a:extLst>
            </p:cNvPr>
            <p:cNvSpPr/>
            <p:nvPr/>
          </p:nvSpPr>
          <p:spPr>
            <a:xfrm>
              <a:off x="3304547" y="4875184"/>
              <a:ext cx="49725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6" action="ppaction://hlinkfile"/>
                </a:rPr>
                <a:t>zig help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28F89B6D-FD21-4FB5-B0CE-885E5C11A610}"/>
              </a:ext>
            </a:extLst>
          </p:cNvPr>
          <p:cNvSpPr/>
          <p:nvPr/>
        </p:nvSpPr>
        <p:spPr>
          <a:xfrm>
            <a:off x="3829878" y="4179726"/>
            <a:ext cx="119270" cy="399064"/>
          </a:xfrm>
          <a:prstGeom prst="rightBrac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38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72781</TotalTime>
  <Words>74</Words>
  <Application>Microsoft Office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Wingdings</vt:lpstr>
      <vt:lpstr>Tema do Office</vt:lpstr>
      <vt:lpstr>Office Theme</vt:lpstr>
      <vt:lpstr>1. studio</vt:lpstr>
      <vt:lpstr>1.1 index</vt:lpstr>
      <vt:lpstr>Z.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Evaristo</dc:creator>
  <cp:lastModifiedBy>Evaristo</cp:lastModifiedBy>
  <cp:revision>1182</cp:revision>
  <dcterms:created xsi:type="dcterms:W3CDTF">2019-03-25T09:18:39Z</dcterms:created>
  <dcterms:modified xsi:type="dcterms:W3CDTF">2024-04-19T05:45:49Z</dcterms:modified>
</cp:coreProperties>
</file>