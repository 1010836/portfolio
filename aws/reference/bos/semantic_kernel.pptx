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9" r:id="rId3"/>
    <p:sldId id="394" r:id="rId4"/>
    <p:sldId id="377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10/04/2024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10/04/2024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10/04/2024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hyperlink" Target="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microsoft/semantic-kernel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3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9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6.svg"/><Relationship Id="rId1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0805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semantic kernel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E6F5F0E-9BD7-4245-E10A-583DB5CB7234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82C528F2-C74E-BDA1-053F-D83AC4CDB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B5FB0312-EED4-9A37-9D08-59A88696D07A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D08AA-8CE9-215C-7E7D-DA7D0F80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2944-461E-0E29-EC3D-8A56EDAA3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891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tutorial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B808A1-402D-3E5C-5A24-16E4A72BAEC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42A244-85D2-CF67-D463-A0E300E96A11}"/>
              </a:ext>
            </a:extLst>
          </p:cNvPr>
          <p:cNvGrpSpPr/>
          <p:nvPr/>
        </p:nvGrpSpPr>
        <p:grpSpPr>
          <a:xfrm>
            <a:off x="163991" y="208556"/>
            <a:ext cx="1572400" cy="246292"/>
            <a:chOff x="5881666" y="1590687"/>
            <a:chExt cx="1572400" cy="246292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6227BEEE-EAAD-9A34-54CF-7F318E47E798}"/>
                </a:ext>
              </a:extLst>
            </p:cNvPr>
            <p:cNvSpPr/>
            <p:nvPr/>
          </p:nvSpPr>
          <p:spPr>
            <a:xfrm>
              <a:off x="6035088" y="1590758"/>
              <a:ext cx="141897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semantic-kernel: github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8E160F39-E79B-FB4B-5F34-884153884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194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70012</TotalTime>
  <Words>65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semantic kernel</vt:lpstr>
      <vt:lpstr>2. tutorial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1150</cp:revision>
  <dcterms:created xsi:type="dcterms:W3CDTF">2019-03-25T09:18:39Z</dcterms:created>
  <dcterms:modified xsi:type="dcterms:W3CDTF">2024-04-10T12:26:47Z</dcterms:modified>
</cp:coreProperties>
</file>