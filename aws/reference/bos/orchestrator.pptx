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59" r:id="rId3"/>
    <p:sldId id="396" r:id="rId4"/>
    <p:sldId id="377" r:id="rId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10/04/2024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../BOS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google.com/search?q=orchestrator+for+AI+agents&amp;sca_esv=2d4360a6340d5bc0&amp;sca_upv=1&amp;sxsrf=ACQVn08XIWSXiNBrS1vTacse36ec8DYQVg%3A1712132536088&amp;ei=uBENZsP_BMzPhbIP2PSCmAQ&amp;ved=0ahUKEwjDu_zczqWFAxXMZ0EAHVi6AEMQ4dUDCBA&amp;uact=5&amp;oq=orchestrator+for+AI+agents&amp;gs_lp=Egxnd3Mtd2l6LXNlcnAiGm9yY2hlc3RyYXRvciBmb3IgQUkgYWdlbnRzMggQABiABBiiBDIIEAAYgAQYogRI2KsDUABYqaIDcAB4AJABAJgBmgGgAYkSqgEEMC4xN7gBA8gBAPgBAZgCB6AC0AfCAgcQIRgKGKABwgIGEAAYFhgewgIIEAAYFhgeGArCAgsQABiABBiKBRiGA5gDAOIDBRIBMSBAkgcDMC43oAeqJw&amp;sclient=gws-wiz-serp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7.png"/><Relationship Id="rId2" Type="http://schemas.openxmlformats.org/officeDocument/2006/relationships/image" Target="../media/image3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9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6.svg"/><Relationship Id="rId1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09953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orchestrator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A99C1-6379-F149-F2BA-AD06BBD2502D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CCE1E08-7F3E-411C-D374-F715EEB13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7736282-E5D3-8B8C-CA99-00E73D434310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87B7695-D22D-9371-98C9-0508643DA324}"/>
              </a:ext>
            </a:extLst>
          </p:cNvPr>
          <p:cNvGrpSpPr/>
          <p:nvPr/>
        </p:nvGrpSpPr>
        <p:grpSpPr>
          <a:xfrm>
            <a:off x="10525306" y="421276"/>
            <a:ext cx="936920" cy="283293"/>
            <a:chOff x="5611636" y="5954426"/>
            <a:chExt cx="936921" cy="283293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158B9722-E528-0AD1-2590-FFD7BDACE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C06AF94D-880C-B43B-9CD6-94F1D354C1F2}"/>
                </a:ext>
              </a:extLst>
            </p:cNvPr>
            <p:cNvSpPr/>
            <p:nvPr/>
          </p:nvSpPr>
          <p:spPr>
            <a:xfrm>
              <a:off x="6107411" y="5954426"/>
              <a:ext cx="44114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BOS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7C239-DE49-BC45-E39E-F0A17B5B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99AF-9AA5-4162-DDB9-0DF1632C4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891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tutorial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26CA0C-EAD3-DAF4-3554-43A2B69E7C65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A9951C-B6FD-7DF9-FAB9-218F7246A1E4}"/>
              </a:ext>
            </a:extLst>
          </p:cNvPr>
          <p:cNvGrpSpPr/>
          <p:nvPr/>
        </p:nvGrpSpPr>
        <p:grpSpPr>
          <a:xfrm>
            <a:off x="163991" y="208556"/>
            <a:ext cx="1679802" cy="246292"/>
            <a:chOff x="5881666" y="1590687"/>
            <a:chExt cx="1679802" cy="246292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2A1C158E-296F-B510-A40E-92912394BC63}"/>
                </a:ext>
              </a:extLst>
            </p:cNvPr>
            <p:cNvSpPr/>
            <p:nvPr/>
          </p:nvSpPr>
          <p:spPr>
            <a:xfrm>
              <a:off x="6035088" y="1590758"/>
              <a:ext cx="152638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orchestrator for AI agents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CB21DE13-1799-7417-D197-1A5CC4124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061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70012</TotalTime>
  <Words>65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orchestrator</vt:lpstr>
      <vt:lpstr>2. tutorial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1149</cp:revision>
  <dcterms:created xsi:type="dcterms:W3CDTF">2019-03-25T09:18:39Z</dcterms:created>
  <dcterms:modified xsi:type="dcterms:W3CDTF">2024-04-10T12:28:49Z</dcterms:modified>
</cp:coreProperties>
</file>