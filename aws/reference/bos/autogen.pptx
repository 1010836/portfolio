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9" r:id="rId3"/>
    <p:sldId id="392" r:id="rId4"/>
    <p:sldId id="394" r:id="rId5"/>
    <p:sldId id="395" r:id="rId6"/>
    <p:sldId id="396" r:id="rId7"/>
    <p:sldId id="393" r:id="rId8"/>
    <p:sldId id="377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utogen/tree/mai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icrosoft.github.io/autogen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.github.io/autoge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utogen/blob/main/README.md#quickstar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utogen/blob/main/README.md#installa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microsoft.github.io/autogen/docs/Getting-Started/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1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0.png"/><Relationship Id="rId2" Type="http://schemas.openxmlformats.org/officeDocument/2006/relationships/image" Target="../media/image7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2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4407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autogen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D49DDE2-3706-6B07-5AE1-F8FC6D8E2F39}"/>
              </a:ext>
            </a:extLst>
          </p:cNvPr>
          <p:cNvSpPr/>
          <p:nvPr/>
        </p:nvSpPr>
        <p:spPr>
          <a:xfrm>
            <a:off x="97840" y="89728"/>
            <a:ext cx="207692" cy="6660000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3E14A-6DB4-1492-8B19-4B8374CD92B6}"/>
              </a:ext>
            </a:extLst>
          </p:cNvPr>
          <p:cNvGrpSpPr/>
          <p:nvPr/>
        </p:nvGrpSpPr>
        <p:grpSpPr>
          <a:xfrm>
            <a:off x="10525306" y="466350"/>
            <a:ext cx="936920" cy="283293"/>
            <a:chOff x="5611636" y="5954426"/>
            <a:chExt cx="936921" cy="283293"/>
          </a:xfrm>
        </p:grpSpPr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3EE61786-A6D4-71C7-2C10-8385F41A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6" name="Retângulo 5">
              <a:extLst>
                <a:ext uri="{FF2B5EF4-FFF2-40B4-BE49-F238E27FC236}">
                  <a16:creationId xmlns:a16="http://schemas.microsoft.com/office/drawing/2014/main" id="{68A441C4-F504-E6F5-ADA8-F298FD262D0F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38ADA-1B45-D71A-F6C8-42218EA5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91371A2-F815-D679-FE25-9AA010A4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07" y="212308"/>
            <a:ext cx="9585523" cy="461893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40C5EB-6D1F-D5E7-56FD-FE7B9AE7C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4312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main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22D53-17EA-4575-5908-3C212037E39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A1BEDC-F064-8154-041B-C86056FFB480}"/>
              </a:ext>
            </a:extLst>
          </p:cNvPr>
          <p:cNvGrpSpPr/>
          <p:nvPr/>
        </p:nvGrpSpPr>
        <p:grpSpPr>
          <a:xfrm>
            <a:off x="1398916" y="6076071"/>
            <a:ext cx="1500234" cy="289586"/>
            <a:chOff x="5881666" y="1590687"/>
            <a:chExt cx="1500234" cy="289586"/>
          </a:xfrm>
        </p:grpSpPr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2EE2A2CC-0482-4D18-85DC-2CA84EAEA242}"/>
                </a:ext>
              </a:extLst>
            </p:cNvPr>
            <p:cNvSpPr/>
            <p:nvPr/>
          </p:nvSpPr>
          <p:spPr>
            <a:xfrm>
              <a:off x="6081095" y="1603274"/>
              <a:ext cx="130080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github: repository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6" name="Picture 15" descr="Icon&#10;&#10;Description automatically generated">
              <a:extLst>
                <a:ext uri="{FF2B5EF4-FFF2-40B4-BE49-F238E27FC236}">
                  <a16:creationId xmlns:a16="http://schemas.microsoft.com/office/drawing/2014/main" id="{CA126023-73F1-6DB1-1B76-34F8CE5A1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7" name="Arrow: Right 5">
            <a:extLst>
              <a:ext uri="{FF2B5EF4-FFF2-40B4-BE49-F238E27FC236}">
                <a16:creationId xmlns:a16="http://schemas.microsoft.com/office/drawing/2014/main" id="{BB6BA751-2FC2-D6E8-5585-396C62E05BF4}"/>
              </a:ext>
            </a:extLst>
          </p:cNvPr>
          <p:cNvSpPr/>
          <p:nvPr/>
        </p:nvSpPr>
        <p:spPr>
          <a:xfrm>
            <a:off x="174096" y="6088658"/>
            <a:ext cx="1224820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repository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1C4BD1-3EFE-B6C6-C1FF-A413E6AC62A8}"/>
              </a:ext>
            </a:extLst>
          </p:cNvPr>
          <p:cNvGrpSpPr/>
          <p:nvPr/>
        </p:nvGrpSpPr>
        <p:grpSpPr>
          <a:xfrm>
            <a:off x="9562902" y="4892558"/>
            <a:ext cx="956367" cy="289586"/>
            <a:chOff x="5881666" y="1590687"/>
            <a:chExt cx="956367" cy="289586"/>
          </a:xfrm>
        </p:grpSpPr>
        <p:sp>
          <p:nvSpPr>
            <p:cNvPr id="19" name="Retângulo 5">
              <a:extLst>
                <a:ext uri="{FF2B5EF4-FFF2-40B4-BE49-F238E27FC236}">
                  <a16:creationId xmlns:a16="http://schemas.microsoft.com/office/drawing/2014/main" id="{80642C1B-18B4-AFBA-3593-E5551FAC5311}"/>
                </a:ext>
              </a:extLst>
            </p:cNvPr>
            <p:cNvSpPr/>
            <p:nvPr/>
          </p:nvSpPr>
          <p:spPr>
            <a:xfrm>
              <a:off x="6081095" y="1603274"/>
              <a:ext cx="75693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main site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0" name="Picture 19" descr="Icon&#10;&#10;Description automatically generated">
              <a:extLst>
                <a:ext uri="{FF2B5EF4-FFF2-40B4-BE49-F238E27FC236}">
                  <a16:creationId xmlns:a16="http://schemas.microsoft.com/office/drawing/2014/main" id="{D368D50C-35BE-BD46-A5B1-9A22B45A3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21" name="Arrow: Right 5">
            <a:extLst>
              <a:ext uri="{FF2B5EF4-FFF2-40B4-BE49-F238E27FC236}">
                <a16:creationId xmlns:a16="http://schemas.microsoft.com/office/drawing/2014/main" id="{605714D3-72FB-AD03-B7CA-FF0936BC748E}"/>
              </a:ext>
            </a:extLst>
          </p:cNvPr>
          <p:cNvSpPr/>
          <p:nvPr/>
        </p:nvSpPr>
        <p:spPr>
          <a:xfrm>
            <a:off x="174096" y="21617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207862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FF7B2-611D-7778-564D-9965E927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6AC9E0A-68FA-B13B-167C-59878ACC4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07" y="212308"/>
            <a:ext cx="9585523" cy="461893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027F7D-D05A-2177-1F5C-A2DE0B1F5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6558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repository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09619-A103-6B36-4EBE-C8239984ACF7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D9C1BB-AD60-8CBB-D79A-2DBD95BC6C43}"/>
              </a:ext>
            </a:extLst>
          </p:cNvPr>
          <p:cNvGrpSpPr/>
          <p:nvPr/>
        </p:nvGrpSpPr>
        <p:grpSpPr>
          <a:xfrm>
            <a:off x="9562902" y="4892558"/>
            <a:ext cx="956367" cy="289586"/>
            <a:chOff x="5881666" y="1590687"/>
            <a:chExt cx="956367" cy="289586"/>
          </a:xfrm>
        </p:grpSpPr>
        <p:sp>
          <p:nvSpPr>
            <p:cNvPr id="19" name="Retângulo 5">
              <a:extLst>
                <a:ext uri="{FF2B5EF4-FFF2-40B4-BE49-F238E27FC236}">
                  <a16:creationId xmlns:a16="http://schemas.microsoft.com/office/drawing/2014/main" id="{A7409DCD-C1DB-97CD-6A06-551F7917D1DC}"/>
                </a:ext>
              </a:extLst>
            </p:cNvPr>
            <p:cNvSpPr/>
            <p:nvPr/>
          </p:nvSpPr>
          <p:spPr>
            <a:xfrm>
              <a:off x="6081095" y="1603274"/>
              <a:ext cx="75693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main site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0" name="Picture 19" descr="Icon&#10;&#10;Description automatically generated">
              <a:extLst>
                <a:ext uri="{FF2B5EF4-FFF2-40B4-BE49-F238E27FC236}">
                  <a16:creationId xmlns:a16="http://schemas.microsoft.com/office/drawing/2014/main" id="{32567DFA-C68B-A218-69EC-7559F7FF5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21" name="Arrow: Right 5">
            <a:extLst>
              <a:ext uri="{FF2B5EF4-FFF2-40B4-BE49-F238E27FC236}">
                <a16:creationId xmlns:a16="http://schemas.microsoft.com/office/drawing/2014/main" id="{937AB03D-E8B1-93C0-9E11-363A19AE52AB}"/>
              </a:ext>
            </a:extLst>
          </p:cNvPr>
          <p:cNvSpPr/>
          <p:nvPr/>
        </p:nvSpPr>
        <p:spPr>
          <a:xfrm>
            <a:off x="174096" y="21617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220871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BBDBF-8F57-0F1D-75FA-A7A1BFCC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8BDAA8-50D6-6AA2-A9A6-5D4C0F855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07" y="216178"/>
            <a:ext cx="7670800" cy="280554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389D17-AE62-26DD-E662-A9DE94D5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5900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quick start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C149E-7B41-510B-42C8-23DDEB4B4A67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D3DD18-3769-B263-B785-BCAD9302A518}"/>
              </a:ext>
            </a:extLst>
          </p:cNvPr>
          <p:cNvGrpSpPr/>
          <p:nvPr/>
        </p:nvGrpSpPr>
        <p:grpSpPr>
          <a:xfrm>
            <a:off x="7616836" y="3134906"/>
            <a:ext cx="1041326" cy="289586"/>
            <a:chOff x="5881666" y="1590687"/>
            <a:chExt cx="1041326" cy="289586"/>
          </a:xfrm>
        </p:grpSpPr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41E69E2E-AC29-589B-A238-28C6ABF624F0}"/>
                </a:ext>
              </a:extLst>
            </p:cNvPr>
            <p:cNvSpPr/>
            <p:nvPr/>
          </p:nvSpPr>
          <p:spPr>
            <a:xfrm>
              <a:off x="6081095" y="1603274"/>
              <a:ext cx="8418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quick start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6" name="Picture 15" descr="Icon&#10;&#10;Description automatically generated">
              <a:extLst>
                <a:ext uri="{FF2B5EF4-FFF2-40B4-BE49-F238E27FC236}">
                  <a16:creationId xmlns:a16="http://schemas.microsoft.com/office/drawing/2014/main" id="{316278FF-8065-3374-F9A2-E521F8315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21" name="Arrow: Right 5">
            <a:extLst>
              <a:ext uri="{FF2B5EF4-FFF2-40B4-BE49-F238E27FC236}">
                <a16:creationId xmlns:a16="http://schemas.microsoft.com/office/drawing/2014/main" id="{0636182A-618F-0B16-74FD-52D9036D2BC1}"/>
              </a:ext>
            </a:extLst>
          </p:cNvPr>
          <p:cNvSpPr/>
          <p:nvPr/>
        </p:nvSpPr>
        <p:spPr>
          <a:xfrm>
            <a:off x="174096" y="21617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5" name="Seta para a Direita 19">
            <a:extLst>
              <a:ext uri="{FF2B5EF4-FFF2-40B4-BE49-F238E27FC236}">
                <a16:creationId xmlns:a16="http://schemas.microsoft.com/office/drawing/2014/main" id="{AC7F7ED5-5807-8648-8BEC-577E8DB7CDD7}"/>
              </a:ext>
            </a:extLst>
          </p:cNvPr>
          <p:cNvSpPr/>
          <p:nvPr/>
        </p:nvSpPr>
        <p:spPr>
          <a:xfrm flipH="1">
            <a:off x="3326613" y="1178071"/>
            <a:ext cx="1353035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ED7D31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code spaces</a:t>
            </a:r>
          </a:p>
        </p:txBody>
      </p:sp>
      <p:sp>
        <p:nvSpPr>
          <p:cNvPr id="7" name="Retângulo 20">
            <a:extLst>
              <a:ext uri="{FF2B5EF4-FFF2-40B4-BE49-F238E27FC236}">
                <a16:creationId xmlns:a16="http://schemas.microsoft.com/office/drawing/2014/main" id="{A799F567-FF3B-170B-FA09-C9ECF3E5FAA4}"/>
              </a:ext>
            </a:extLst>
          </p:cNvPr>
          <p:cNvSpPr/>
          <p:nvPr/>
        </p:nvSpPr>
        <p:spPr>
          <a:xfrm>
            <a:off x="1196294" y="1145665"/>
            <a:ext cx="2047445" cy="44497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 20">
            <a:extLst>
              <a:ext uri="{FF2B5EF4-FFF2-40B4-BE49-F238E27FC236}">
                <a16:creationId xmlns:a16="http://schemas.microsoft.com/office/drawing/2014/main" id="{4912EA68-2EE6-EF7B-626A-693DF718A408}"/>
              </a:ext>
            </a:extLst>
          </p:cNvPr>
          <p:cNvSpPr/>
          <p:nvPr/>
        </p:nvSpPr>
        <p:spPr>
          <a:xfrm>
            <a:off x="1086288" y="1829381"/>
            <a:ext cx="2047446" cy="34486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eta para a Direita 19">
            <a:extLst>
              <a:ext uri="{FF2B5EF4-FFF2-40B4-BE49-F238E27FC236}">
                <a16:creationId xmlns:a16="http://schemas.microsoft.com/office/drawing/2014/main" id="{46014113-8834-E6A0-9B2E-AD9B5A178B02}"/>
              </a:ext>
            </a:extLst>
          </p:cNvPr>
          <p:cNvSpPr/>
          <p:nvPr/>
        </p:nvSpPr>
        <p:spPr>
          <a:xfrm flipH="1">
            <a:off x="3350097" y="1863311"/>
            <a:ext cx="1266473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ED7D31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 books</a:t>
            </a:r>
          </a:p>
        </p:txBody>
      </p:sp>
    </p:spTree>
    <p:extLst>
      <p:ext uri="{BB962C8B-B14F-4D97-AF65-F5344CB8AC3E}">
        <p14:creationId xmlns:p14="http://schemas.microsoft.com/office/powerpoint/2010/main" val="3196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6CC2F-2526-AC2C-BDBE-3CA4BBA6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D973CF-7CC1-7389-DD79-CA0CAB1A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10" y="216178"/>
            <a:ext cx="7513320" cy="353058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382241-0659-E9BE-37C9-D3EEED8C7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8959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3.2 installation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38BB8-9F4A-C003-318A-5B793A471E07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6C2A0B-0290-9449-815D-376EF3C25CE9}"/>
              </a:ext>
            </a:extLst>
          </p:cNvPr>
          <p:cNvGrpSpPr/>
          <p:nvPr/>
        </p:nvGrpSpPr>
        <p:grpSpPr>
          <a:xfrm>
            <a:off x="7459356" y="3859946"/>
            <a:ext cx="1078196" cy="289586"/>
            <a:chOff x="5881666" y="1590687"/>
            <a:chExt cx="1078196" cy="289586"/>
          </a:xfrm>
        </p:grpSpPr>
        <p:sp>
          <p:nvSpPr>
            <p:cNvPr id="15" name="Retângulo 5">
              <a:extLst>
                <a:ext uri="{FF2B5EF4-FFF2-40B4-BE49-F238E27FC236}">
                  <a16:creationId xmlns:a16="http://schemas.microsoft.com/office/drawing/2014/main" id="{629973B7-1978-9694-FB8C-2FA4169EE9AB}"/>
                </a:ext>
              </a:extLst>
            </p:cNvPr>
            <p:cNvSpPr/>
            <p:nvPr/>
          </p:nvSpPr>
          <p:spPr>
            <a:xfrm>
              <a:off x="6081095" y="1603274"/>
              <a:ext cx="8787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installation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6" name="Picture 15" descr="Icon&#10;&#10;Description automatically generated">
              <a:extLst>
                <a:ext uri="{FF2B5EF4-FFF2-40B4-BE49-F238E27FC236}">
                  <a16:creationId xmlns:a16="http://schemas.microsoft.com/office/drawing/2014/main" id="{4AC4D343-FD2A-B1A1-F892-7BF2F7AAC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21" name="Arrow: Right 5">
            <a:extLst>
              <a:ext uri="{FF2B5EF4-FFF2-40B4-BE49-F238E27FC236}">
                <a16:creationId xmlns:a16="http://schemas.microsoft.com/office/drawing/2014/main" id="{6048951E-C277-F36C-CD7F-CE933F0119AA}"/>
              </a:ext>
            </a:extLst>
          </p:cNvPr>
          <p:cNvSpPr/>
          <p:nvPr/>
        </p:nvSpPr>
        <p:spPr>
          <a:xfrm>
            <a:off x="174096" y="21617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5" name="Seta para a Direita 19">
            <a:extLst>
              <a:ext uri="{FF2B5EF4-FFF2-40B4-BE49-F238E27FC236}">
                <a16:creationId xmlns:a16="http://schemas.microsoft.com/office/drawing/2014/main" id="{360D19AF-5BE5-8F33-7E90-3A93165A46C6}"/>
              </a:ext>
            </a:extLst>
          </p:cNvPr>
          <p:cNvSpPr/>
          <p:nvPr/>
        </p:nvSpPr>
        <p:spPr>
          <a:xfrm flipH="1">
            <a:off x="4409314" y="901245"/>
            <a:ext cx="859312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ED7D31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</a:t>
            </a:r>
          </a:p>
        </p:txBody>
      </p:sp>
      <p:sp>
        <p:nvSpPr>
          <p:cNvPr id="7" name="Retângulo 20">
            <a:extLst>
              <a:ext uri="{FF2B5EF4-FFF2-40B4-BE49-F238E27FC236}">
                <a16:creationId xmlns:a16="http://schemas.microsoft.com/office/drawing/2014/main" id="{B8F5B60D-241E-29BD-2582-B636A6BB9BCC}"/>
              </a:ext>
            </a:extLst>
          </p:cNvPr>
          <p:cNvSpPr/>
          <p:nvPr/>
        </p:nvSpPr>
        <p:spPr>
          <a:xfrm>
            <a:off x="2646680" y="1356360"/>
            <a:ext cx="597059" cy="23428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 20">
            <a:extLst>
              <a:ext uri="{FF2B5EF4-FFF2-40B4-BE49-F238E27FC236}">
                <a16:creationId xmlns:a16="http://schemas.microsoft.com/office/drawing/2014/main" id="{B87CF531-8FF4-4CD3-C13E-261DF54F210B}"/>
              </a:ext>
            </a:extLst>
          </p:cNvPr>
          <p:cNvSpPr/>
          <p:nvPr/>
        </p:nvSpPr>
        <p:spPr>
          <a:xfrm>
            <a:off x="3350097" y="629091"/>
            <a:ext cx="602143" cy="34486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eta para a Direita 19">
            <a:extLst>
              <a:ext uri="{FF2B5EF4-FFF2-40B4-BE49-F238E27FC236}">
                <a16:creationId xmlns:a16="http://schemas.microsoft.com/office/drawing/2014/main" id="{E4A064AF-AC7A-3866-6347-E23ECC0533E1}"/>
              </a:ext>
            </a:extLst>
          </p:cNvPr>
          <p:cNvSpPr/>
          <p:nvPr/>
        </p:nvSpPr>
        <p:spPr>
          <a:xfrm flipH="1">
            <a:off x="2343285" y="1981471"/>
            <a:ext cx="811220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ED7D31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locally</a:t>
            </a:r>
          </a:p>
        </p:txBody>
      </p:sp>
    </p:spTree>
    <p:extLst>
      <p:ext uri="{BB962C8B-B14F-4D97-AF65-F5344CB8AC3E}">
        <p14:creationId xmlns:p14="http://schemas.microsoft.com/office/powerpoint/2010/main" val="8470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D80B0-92E2-1A47-00F6-6E741B31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9928-1F4D-DE41-B286-275B653AD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891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tutorial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90A85-21BB-69F9-BF23-795FDC9A8D2C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96935F-8C09-2D03-7ADC-67097403E489}"/>
              </a:ext>
            </a:extLst>
          </p:cNvPr>
          <p:cNvGrpSpPr/>
          <p:nvPr/>
        </p:nvGrpSpPr>
        <p:grpSpPr>
          <a:xfrm>
            <a:off x="163991" y="174338"/>
            <a:ext cx="2479700" cy="246292"/>
            <a:chOff x="5881666" y="1590687"/>
            <a:chExt cx="2479700" cy="246292"/>
          </a:xfrm>
        </p:grpSpPr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CF307984-3076-249C-CDC8-BE6DDF3DCBFD}"/>
                </a:ext>
              </a:extLst>
            </p:cNvPr>
            <p:cNvSpPr/>
            <p:nvPr/>
          </p:nvSpPr>
          <p:spPr>
            <a:xfrm>
              <a:off x="6035088" y="1590758"/>
              <a:ext cx="232627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github.io/autogen/docs/Getting-Started/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F9F39AB-04CD-3A48-5CD0-D79140FB1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3869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70180</TotalTime>
  <Words>103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autogen</vt:lpstr>
      <vt:lpstr>2. main</vt:lpstr>
      <vt:lpstr>3. repository</vt:lpstr>
      <vt:lpstr>3.1 quick start</vt:lpstr>
      <vt:lpstr>3.2 installation</vt:lpstr>
      <vt:lpstr>2. tutorial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1154</cp:revision>
  <dcterms:created xsi:type="dcterms:W3CDTF">2019-03-25T09:18:39Z</dcterms:created>
  <dcterms:modified xsi:type="dcterms:W3CDTF">2024-04-11T16:17:17Z</dcterms:modified>
</cp:coreProperties>
</file>