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9" r:id="rId3"/>
    <p:sldId id="380" r:id="rId4"/>
    <p:sldId id="377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25/03/2024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25/03/2024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25/03/2024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IaC/pulumi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IaC/cdk.pptx" TargetMode="External"/><Relationship Id="rId5" Type="http://schemas.openxmlformats.org/officeDocument/2006/relationships/hyperlink" Target="IaC/cloud_formation.pptx" TargetMode="External"/><Relationship Id="rId4" Type="http://schemas.openxmlformats.org/officeDocument/2006/relationships/hyperlink" Target="IaC/what.pptx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8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svg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0BBCAC-FC0C-6D7B-BE6E-7D56D2AF8F6E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2610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IaC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44AE7B-9B5A-91F6-E04C-8F65E31C475E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403036B3-890F-F4D2-6D42-4C0D05764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381B9E40-56EF-2C5D-847D-125D29C50B09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F682-7328-3021-E312-D1728ED7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37C-9FA8-2682-AAB7-A4297765B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6652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92E8A-9D79-0DA2-D94E-315073567155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C85487-599B-95EA-CA16-05C6CC713946}"/>
              </a:ext>
            </a:extLst>
          </p:cNvPr>
          <p:cNvGrpSpPr/>
          <p:nvPr/>
        </p:nvGrpSpPr>
        <p:grpSpPr>
          <a:xfrm>
            <a:off x="145168" y="674121"/>
            <a:ext cx="1114855" cy="283293"/>
            <a:chOff x="5611636" y="5954426"/>
            <a:chExt cx="1114856" cy="283293"/>
          </a:xfrm>
        </p:grpSpPr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B0D9387C-5835-5AEF-9DE2-B9FA6AA7A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ED16BFD-7D6B-64C7-6AFD-F6A58957B86E}"/>
                </a:ext>
              </a:extLst>
            </p:cNvPr>
            <p:cNvSpPr/>
            <p:nvPr/>
          </p:nvSpPr>
          <p:spPr>
            <a:xfrm>
              <a:off x="6107411" y="5954426"/>
              <a:ext cx="61908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39130-B109-2CEF-84F2-02E1455F48DD}"/>
              </a:ext>
            </a:extLst>
          </p:cNvPr>
          <p:cNvGrpSpPr/>
          <p:nvPr/>
        </p:nvGrpSpPr>
        <p:grpSpPr>
          <a:xfrm>
            <a:off x="145168" y="279922"/>
            <a:ext cx="996232" cy="283293"/>
            <a:chOff x="5611636" y="5954426"/>
            <a:chExt cx="996233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BD700368-1141-1AAB-9690-E78FEEE1B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5006B263-7CC7-E8D7-C9BE-D40BDBF25B87}"/>
                </a:ext>
              </a:extLst>
            </p:cNvPr>
            <p:cNvSpPr/>
            <p:nvPr/>
          </p:nvSpPr>
          <p:spPr>
            <a:xfrm>
              <a:off x="6107411" y="5954426"/>
              <a:ext cx="50045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what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123FEB-EBB3-701E-D96F-B99D20E4A75E}"/>
              </a:ext>
            </a:extLst>
          </p:cNvPr>
          <p:cNvGrpSpPr/>
          <p:nvPr/>
        </p:nvGrpSpPr>
        <p:grpSpPr>
          <a:xfrm>
            <a:off x="145168" y="1068320"/>
            <a:ext cx="1685523" cy="283293"/>
            <a:chOff x="5611636" y="5954426"/>
            <a:chExt cx="1685525" cy="283293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D80C9A80-CB09-6469-78FA-A5E0A356E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9FFE3A2C-D848-F4BD-D4EA-AD1692A3FC53}"/>
                </a:ext>
              </a:extLst>
            </p:cNvPr>
            <p:cNvSpPr/>
            <p:nvPr/>
          </p:nvSpPr>
          <p:spPr>
            <a:xfrm>
              <a:off x="6107411" y="5954426"/>
              <a:ext cx="118975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cloud formation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FF0FEC-3297-2344-46C1-2051CE3DF024}"/>
              </a:ext>
            </a:extLst>
          </p:cNvPr>
          <p:cNvGrpSpPr/>
          <p:nvPr/>
        </p:nvGrpSpPr>
        <p:grpSpPr>
          <a:xfrm>
            <a:off x="145168" y="1462520"/>
            <a:ext cx="896846" cy="283293"/>
            <a:chOff x="5611636" y="5954426"/>
            <a:chExt cx="896847" cy="283293"/>
          </a:xfrm>
        </p:grpSpPr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64A6FB99-C2F5-9987-60BA-1A5FCA4A7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5B91EE3E-70BE-FF03-B205-ECEBE87F1BD6}"/>
                </a:ext>
              </a:extLst>
            </p:cNvPr>
            <p:cNvSpPr/>
            <p:nvPr/>
          </p:nvSpPr>
          <p:spPr>
            <a:xfrm>
              <a:off x="6107411" y="5954426"/>
              <a:ext cx="4010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 action="ppaction://hlinkpres?slideindex=1&amp;slidetitle="/>
                </a:rPr>
                <a:t>cdk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13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84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68774</TotalTime>
  <Words>65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IaC</vt:lpstr>
      <vt:lpstr>2. index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1135</cp:revision>
  <dcterms:created xsi:type="dcterms:W3CDTF">2019-03-25T09:18:39Z</dcterms:created>
  <dcterms:modified xsi:type="dcterms:W3CDTF">2024-03-25T19:29:22Z</dcterms:modified>
</cp:coreProperties>
</file>